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136AA3-6C59-4E74-932F-409C5C9753F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E5B8D76-8EBC-44F2-A4D4-7CF9A56F8D90}">
      <dgm:prSet/>
      <dgm:spPr/>
      <dgm:t>
        <a:bodyPr/>
        <a:lstStyle/>
        <a:p>
          <a:r>
            <a:rPr lang="en-TZ"/>
            <a:t>Multimodal: Multiple Modalities (of sensing or inputs)</a:t>
          </a:r>
          <a:endParaRPr lang="en-US"/>
        </a:p>
      </dgm:t>
    </dgm:pt>
    <dgm:pt modelId="{FF6516D8-3247-4899-BE29-F626F9B38640}" type="parTrans" cxnId="{AF1A7F90-BB18-4B2D-A6E2-A9A8ACDA4006}">
      <dgm:prSet/>
      <dgm:spPr/>
      <dgm:t>
        <a:bodyPr/>
        <a:lstStyle/>
        <a:p>
          <a:endParaRPr lang="en-US"/>
        </a:p>
      </dgm:t>
    </dgm:pt>
    <dgm:pt modelId="{CC85E16A-3FEB-40A6-9214-8AD2C8E05180}" type="sibTrans" cxnId="{AF1A7F90-BB18-4B2D-A6E2-A9A8ACDA4006}">
      <dgm:prSet/>
      <dgm:spPr/>
      <dgm:t>
        <a:bodyPr/>
        <a:lstStyle/>
        <a:p>
          <a:endParaRPr lang="en-US"/>
        </a:p>
      </dgm:t>
    </dgm:pt>
    <dgm:pt modelId="{D8599417-A460-46AA-AF65-F3ECE56C16D6}">
      <dgm:prSet/>
      <dgm:spPr/>
      <dgm:t>
        <a:bodyPr/>
        <a:lstStyle/>
        <a:p>
          <a:r>
            <a:rPr lang="en-TZ"/>
            <a:t>AI (models/systems) that utilise more than a single input for simultanious processing</a:t>
          </a:r>
          <a:endParaRPr lang="en-US"/>
        </a:p>
      </dgm:t>
    </dgm:pt>
    <dgm:pt modelId="{59F403D7-7401-4273-A41D-5FCE0FB59186}" type="parTrans" cxnId="{E21A04E6-394C-48CE-8FFE-2CB34EC099FA}">
      <dgm:prSet/>
      <dgm:spPr/>
      <dgm:t>
        <a:bodyPr/>
        <a:lstStyle/>
        <a:p>
          <a:endParaRPr lang="en-US"/>
        </a:p>
      </dgm:t>
    </dgm:pt>
    <dgm:pt modelId="{96546F26-EA61-41AF-9E7E-80DFF53771D9}" type="sibTrans" cxnId="{E21A04E6-394C-48CE-8FFE-2CB34EC099FA}">
      <dgm:prSet/>
      <dgm:spPr/>
      <dgm:t>
        <a:bodyPr/>
        <a:lstStyle/>
        <a:p>
          <a:endParaRPr lang="en-US"/>
        </a:p>
      </dgm:t>
    </dgm:pt>
    <dgm:pt modelId="{60742C85-880D-448E-A78D-2913504B009F}" type="pres">
      <dgm:prSet presAssocID="{B1136AA3-6C59-4E74-932F-409C5C9753F4}" presName="root" presStyleCnt="0">
        <dgm:presLayoutVars>
          <dgm:dir/>
          <dgm:resizeHandles val="exact"/>
        </dgm:presLayoutVars>
      </dgm:prSet>
      <dgm:spPr/>
    </dgm:pt>
    <dgm:pt modelId="{DD0762F3-03E9-4ED5-A922-BFF340C07E60}" type="pres">
      <dgm:prSet presAssocID="{B1136AA3-6C59-4E74-932F-409C5C9753F4}" presName="container" presStyleCnt="0">
        <dgm:presLayoutVars>
          <dgm:dir/>
          <dgm:resizeHandles val="exact"/>
        </dgm:presLayoutVars>
      </dgm:prSet>
      <dgm:spPr/>
    </dgm:pt>
    <dgm:pt modelId="{CE285D51-E69A-45E0-BEB8-8876F4538409}" type="pres">
      <dgm:prSet presAssocID="{9E5B8D76-8EBC-44F2-A4D4-7CF9A56F8D90}" presName="compNode" presStyleCnt="0"/>
      <dgm:spPr/>
    </dgm:pt>
    <dgm:pt modelId="{9118E939-7151-4C44-A6B6-E1DCCF3B2AFF}" type="pres">
      <dgm:prSet presAssocID="{9E5B8D76-8EBC-44F2-A4D4-7CF9A56F8D90}" presName="iconBgRect" presStyleLbl="bgShp" presStyleIdx="0" presStyleCnt="2"/>
      <dgm:spPr/>
    </dgm:pt>
    <dgm:pt modelId="{B90FA660-FE31-41E9-8503-6E139D7A75B7}" type="pres">
      <dgm:prSet presAssocID="{9E5B8D76-8EBC-44F2-A4D4-7CF9A56F8D9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5E484150-AB85-4C5B-8BCF-1816785CBF55}" type="pres">
      <dgm:prSet presAssocID="{9E5B8D76-8EBC-44F2-A4D4-7CF9A56F8D90}" presName="spaceRect" presStyleCnt="0"/>
      <dgm:spPr/>
    </dgm:pt>
    <dgm:pt modelId="{D090863E-2F2D-4D6C-A509-3F1FD3DB305B}" type="pres">
      <dgm:prSet presAssocID="{9E5B8D76-8EBC-44F2-A4D4-7CF9A56F8D90}" presName="textRect" presStyleLbl="revTx" presStyleIdx="0" presStyleCnt="2">
        <dgm:presLayoutVars>
          <dgm:chMax val="1"/>
          <dgm:chPref val="1"/>
        </dgm:presLayoutVars>
      </dgm:prSet>
      <dgm:spPr/>
    </dgm:pt>
    <dgm:pt modelId="{1C259F81-CEF8-4606-9FAB-78B49D195CF4}" type="pres">
      <dgm:prSet presAssocID="{CC85E16A-3FEB-40A6-9214-8AD2C8E05180}" presName="sibTrans" presStyleLbl="sibTrans2D1" presStyleIdx="0" presStyleCnt="0"/>
      <dgm:spPr/>
    </dgm:pt>
    <dgm:pt modelId="{D6C9570C-3460-48B6-AF8C-C80844A0F8C0}" type="pres">
      <dgm:prSet presAssocID="{D8599417-A460-46AA-AF65-F3ECE56C16D6}" presName="compNode" presStyleCnt="0"/>
      <dgm:spPr/>
    </dgm:pt>
    <dgm:pt modelId="{CBC0371E-D1DB-444B-8F83-C0FA389335BC}" type="pres">
      <dgm:prSet presAssocID="{D8599417-A460-46AA-AF65-F3ECE56C16D6}" presName="iconBgRect" presStyleLbl="bgShp" presStyleIdx="1" presStyleCnt="2"/>
      <dgm:spPr/>
    </dgm:pt>
    <dgm:pt modelId="{F99E1C2C-386E-421F-BE7E-44F61243D7EE}" type="pres">
      <dgm:prSet presAssocID="{D8599417-A460-46AA-AF65-F3ECE56C16D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9B6C43B-8CA7-4DF2-B32A-6CE03F7D21E9}" type="pres">
      <dgm:prSet presAssocID="{D8599417-A460-46AA-AF65-F3ECE56C16D6}" presName="spaceRect" presStyleCnt="0"/>
      <dgm:spPr/>
    </dgm:pt>
    <dgm:pt modelId="{E1BF13BB-EE7C-4560-848F-7463D8089893}" type="pres">
      <dgm:prSet presAssocID="{D8599417-A460-46AA-AF65-F3ECE56C16D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4645D23-BE00-4263-8EC5-31D5BED8963F}" type="presOf" srcId="{CC85E16A-3FEB-40A6-9214-8AD2C8E05180}" destId="{1C259F81-CEF8-4606-9FAB-78B49D195CF4}" srcOrd="0" destOrd="0" presId="urn:microsoft.com/office/officeart/2018/2/layout/IconCircleList"/>
    <dgm:cxn modelId="{4299AE37-2C60-447A-9897-5E43B36473B9}" type="presOf" srcId="{9E5B8D76-8EBC-44F2-A4D4-7CF9A56F8D90}" destId="{D090863E-2F2D-4D6C-A509-3F1FD3DB305B}" srcOrd="0" destOrd="0" presId="urn:microsoft.com/office/officeart/2018/2/layout/IconCircleList"/>
    <dgm:cxn modelId="{1825D838-EDAA-46C5-BF47-B9BFB080A106}" type="presOf" srcId="{D8599417-A460-46AA-AF65-F3ECE56C16D6}" destId="{E1BF13BB-EE7C-4560-848F-7463D8089893}" srcOrd="0" destOrd="0" presId="urn:microsoft.com/office/officeart/2018/2/layout/IconCircleList"/>
    <dgm:cxn modelId="{AF1A7F90-BB18-4B2D-A6E2-A9A8ACDA4006}" srcId="{B1136AA3-6C59-4E74-932F-409C5C9753F4}" destId="{9E5B8D76-8EBC-44F2-A4D4-7CF9A56F8D90}" srcOrd="0" destOrd="0" parTransId="{FF6516D8-3247-4899-BE29-F626F9B38640}" sibTransId="{CC85E16A-3FEB-40A6-9214-8AD2C8E05180}"/>
    <dgm:cxn modelId="{9A83CCE2-B432-442A-B860-EF9A8A9CE9FF}" type="presOf" srcId="{B1136AA3-6C59-4E74-932F-409C5C9753F4}" destId="{60742C85-880D-448E-A78D-2913504B009F}" srcOrd="0" destOrd="0" presId="urn:microsoft.com/office/officeart/2018/2/layout/IconCircleList"/>
    <dgm:cxn modelId="{E21A04E6-394C-48CE-8FFE-2CB34EC099FA}" srcId="{B1136AA3-6C59-4E74-932F-409C5C9753F4}" destId="{D8599417-A460-46AA-AF65-F3ECE56C16D6}" srcOrd="1" destOrd="0" parTransId="{59F403D7-7401-4273-A41D-5FCE0FB59186}" sibTransId="{96546F26-EA61-41AF-9E7E-80DFF53771D9}"/>
    <dgm:cxn modelId="{07875218-8AB6-4299-BCED-C78EC2AF8307}" type="presParOf" srcId="{60742C85-880D-448E-A78D-2913504B009F}" destId="{DD0762F3-03E9-4ED5-A922-BFF340C07E60}" srcOrd="0" destOrd="0" presId="urn:microsoft.com/office/officeart/2018/2/layout/IconCircleList"/>
    <dgm:cxn modelId="{48D570E1-2FE0-4BCD-ABB1-141FCBD60E6E}" type="presParOf" srcId="{DD0762F3-03E9-4ED5-A922-BFF340C07E60}" destId="{CE285D51-E69A-45E0-BEB8-8876F4538409}" srcOrd="0" destOrd="0" presId="urn:microsoft.com/office/officeart/2018/2/layout/IconCircleList"/>
    <dgm:cxn modelId="{31B8A63A-B40E-4B92-8193-B7E9FEA4AACD}" type="presParOf" srcId="{CE285D51-E69A-45E0-BEB8-8876F4538409}" destId="{9118E939-7151-4C44-A6B6-E1DCCF3B2AFF}" srcOrd="0" destOrd="0" presId="urn:microsoft.com/office/officeart/2018/2/layout/IconCircleList"/>
    <dgm:cxn modelId="{C1288359-5532-49FD-A490-728508593F99}" type="presParOf" srcId="{CE285D51-E69A-45E0-BEB8-8876F4538409}" destId="{B90FA660-FE31-41E9-8503-6E139D7A75B7}" srcOrd="1" destOrd="0" presId="urn:microsoft.com/office/officeart/2018/2/layout/IconCircleList"/>
    <dgm:cxn modelId="{3FB8F79C-71E5-4BDA-8547-AD16530F983A}" type="presParOf" srcId="{CE285D51-E69A-45E0-BEB8-8876F4538409}" destId="{5E484150-AB85-4C5B-8BCF-1816785CBF55}" srcOrd="2" destOrd="0" presId="urn:microsoft.com/office/officeart/2018/2/layout/IconCircleList"/>
    <dgm:cxn modelId="{0175FC84-85E4-48D7-9638-141737E874C9}" type="presParOf" srcId="{CE285D51-E69A-45E0-BEB8-8876F4538409}" destId="{D090863E-2F2D-4D6C-A509-3F1FD3DB305B}" srcOrd="3" destOrd="0" presId="urn:microsoft.com/office/officeart/2018/2/layout/IconCircleList"/>
    <dgm:cxn modelId="{51D3E0D9-4BE1-4D28-B0EB-BFCC86396F28}" type="presParOf" srcId="{DD0762F3-03E9-4ED5-A922-BFF340C07E60}" destId="{1C259F81-CEF8-4606-9FAB-78B49D195CF4}" srcOrd="1" destOrd="0" presId="urn:microsoft.com/office/officeart/2018/2/layout/IconCircleList"/>
    <dgm:cxn modelId="{BEF01FD7-E3A5-4FEE-9122-C3A9769F3E2A}" type="presParOf" srcId="{DD0762F3-03E9-4ED5-A922-BFF340C07E60}" destId="{D6C9570C-3460-48B6-AF8C-C80844A0F8C0}" srcOrd="2" destOrd="0" presId="urn:microsoft.com/office/officeart/2018/2/layout/IconCircleList"/>
    <dgm:cxn modelId="{1C9F29B3-A62E-44CE-8397-8BA3A2C8C806}" type="presParOf" srcId="{D6C9570C-3460-48B6-AF8C-C80844A0F8C0}" destId="{CBC0371E-D1DB-444B-8F83-C0FA389335BC}" srcOrd="0" destOrd="0" presId="urn:microsoft.com/office/officeart/2018/2/layout/IconCircleList"/>
    <dgm:cxn modelId="{764691AD-BB16-4CD6-9FCC-AF9029211952}" type="presParOf" srcId="{D6C9570C-3460-48B6-AF8C-C80844A0F8C0}" destId="{F99E1C2C-386E-421F-BE7E-44F61243D7EE}" srcOrd="1" destOrd="0" presId="urn:microsoft.com/office/officeart/2018/2/layout/IconCircleList"/>
    <dgm:cxn modelId="{10B0D383-B350-4B21-9000-90D3BFEDDE2A}" type="presParOf" srcId="{D6C9570C-3460-48B6-AF8C-C80844A0F8C0}" destId="{29B6C43B-8CA7-4DF2-B32A-6CE03F7D21E9}" srcOrd="2" destOrd="0" presId="urn:microsoft.com/office/officeart/2018/2/layout/IconCircleList"/>
    <dgm:cxn modelId="{E4A9B271-6F2B-4744-933B-9C2EDFC06E08}" type="presParOf" srcId="{D6C9570C-3460-48B6-AF8C-C80844A0F8C0}" destId="{E1BF13BB-EE7C-4560-848F-7463D808989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6A047B-173C-4A6D-957B-F9EE53E93E1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4833A1-4FAC-4B97-B89E-3538BC8AF6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TZ"/>
            <a:t>Abstract AI agent (model) that doesn’t interact directly with the environment.</a:t>
          </a:r>
          <a:endParaRPr lang="en-US"/>
        </a:p>
      </dgm:t>
    </dgm:pt>
    <dgm:pt modelId="{88E9231B-F8F8-48A3-942B-01FB2F4427E6}" type="parTrans" cxnId="{76DD6EC8-D8AE-4C56-8D11-75A24C572729}">
      <dgm:prSet/>
      <dgm:spPr/>
      <dgm:t>
        <a:bodyPr/>
        <a:lstStyle/>
        <a:p>
          <a:endParaRPr lang="en-US"/>
        </a:p>
      </dgm:t>
    </dgm:pt>
    <dgm:pt modelId="{1DCD0CBC-ACB6-4E65-A679-CAB9827ED438}" type="sibTrans" cxnId="{76DD6EC8-D8AE-4C56-8D11-75A24C572729}">
      <dgm:prSet/>
      <dgm:spPr/>
      <dgm:t>
        <a:bodyPr/>
        <a:lstStyle/>
        <a:p>
          <a:endParaRPr lang="en-US"/>
        </a:p>
      </dgm:t>
    </dgm:pt>
    <dgm:pt modelId="{1BC2F78F-0C8C-4DE9-8FD4-D7A2183676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TZ"/>
            <a:t>Common Inputs: Text, spe</a:t>
          </a:r>
          <a:r>
            <a:rPr lang="en-GB"/>
            <a:t>e</a:t>
          </a:r>
          <a:r>
            <a:rPr lang="en-TZ"/>
            <a:t>ch, images. </a:t>
          </a:r>
          <a:endParaRPr lang="en-US"/>
        </a:p>
      </dgm:t>
    </dgm:pt>
    <dgm:pt modelId="{F984F218-36E2-41E2-8AFD-A30F664C7638}" type="parTrans" cxnId="{B6DB1BEA-4954-439E-A54E-F7788FA2D3B0}">
      <dgm:prSet/>
      <dgm:spPr/>
      <dgm:t>
        <a:bodyPr/>
        <a:lstStyle/>
        <a:p>
          <a:endParaRPr lang="en-US"/>
        </a:p>
      </dgm:t>
    </dgm:pt>
    <dgm:pt modelId="{DDDD434E-AEE9-4F4A-B1DE-FBBEAA648E7A}" type="sibTrans" cxnId="{B6DB1BEA-4954-439E-A54E-F7788FA2D3B0}">
      <dgm:prSet/>
      <dgm:spPr/>
      <dgm:t>
        <a:bodyPr/>
        <a:lstStyle/>
        <a:p>
          <a:endParaRPr lang="en-US"/>
        </a:p>
      </dgm:t>
    </dgm:pt>
    <dgm:pt modelId="{8B8773A8-FFB5-4CAE-A0AA-8125C2865B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TZ"/>
            <a:t>Applications: </a:t>
          </a:r>
          <a:endParaRPr lang="en-US"/>
        </a:p>
      </dgm:t>
    </dgm:pt>
    <dgm:pt modelId="{7442D6EB-0C5B-4798-A4DF-CFA5BC190607}" type="parTrans" cxnId="{B366549B-AC5B-4F5F-B62E-0BA4CCCE86B5}">
      <dgm:prSet/>
      <dgm:spPr/>
      <dgm:t>
        <a:bodyPr/>
        <a:lstStyle/>
        <a:p>
          <a:endParaRPr lang="en-US"/>
        </a:p>
      </dgm:t>
    </dgm:pt>
    <dgm:pt modelId="{4CF4EA19-AC2F-4796-9FD0-EFEA5FE2C336}" type="sibTrans" cxnId="{B366549B-AC5B-4F5F-B62E-0BA4CCCE86B5}">
      <dgm:prSet/>
      <dgm:spPr/>
      <dgm:t>
        <a:bodyPr/>
        <a:lstStyle/>
        <a:p>
          <a:endParaRPr lang="en-US"/>
        </a:p>
      </dgm:t>
    </dgm:pt>
    <dgm:pt modelId="{3DC1BF9C-69BC-4ACD-A943-5BE2144763E7}">
      <dgm:prSet/>
      <dgm:spPr/>
      <dgm:t>
        <a:bodyPr/>
        <a:lstStyle/>
        <a:p>
          <a:pPr>
            <a:lnSpc>
              <a:spcPct val="100000"/>
            </a:lnSpc>
          </a:pPr>
          <a:r>
            <a:rPr lang="en-TZ"/>
            <a:t>Gemini, GPT-4o, Claude,etc… primarily reasoning models built using audio(language)-visual data. Also commonly reffered to as Language Visual Models (LVMs)</a:t>
          </a:r>
          <a:endParaRPr lang="en-US"/>
        </a:p>
      </dgm:t>
    </dgm:pt>
    <dgm:pt modelId="{FEAFDA0F-3C9B-45CE-B863-B0810024A2DB}" type="parTrans" cxnId="{F4702F70-963A-4806-B80E-AC272F188DEB}">
      <dgm:prSet/>
      <dgm:spPr/>
      <dgm:t>
        <a:bodyPr/>
        <a:lstStyle/>
        <a:p>
          <a:endParaRPr lang="en-US"/>
        </a:p>
      </dgm:t>
    </dgm:pt>
    <dgm:pt modelId="{077BD32F-DCE2-4128-BC93-E87E50BD542D}" type="sibTrans" cxnId="{F4702F70-963A-4806-B80E-AC272F188DEB}">
      <dgm:prSet/>
      <dgm:spPr/>
      <dgm:t>
        <a:bodyPr/>
        <a:lstStyle/>
        <a:p>
          <a:endParaRPr lang="en-US"/>
        </a:p>
      </dgm:t>
    </dgm:pt>
    <dgm:pt modelId="{E2857240-EF40-4DEB-99CF-E5A839143575}">
      <dgm:prSet/>
      <dgm:spPr/>
      <dgm:t>
        <a:bodyPr/>
        <a:lstStyle/>
        <a:p>
          <a:pPr>
            <a:lnSpc>
              <a:spcPct val="100000"/>
            </a:lnSpc>
          </a:pPr>
          <a:r>
            <a:rPr lang="en-TZ"/>
            <a:t>These often extend into the healthcare domain </a:t>
          </a:r>
          <a:endParaRPr lang="en-US"/>
        </a:p>
      </dgm:t>
    </dgm:pt>
    <dgm:pt modelId="{E1697CF5-B544-4111-AD0B-5A45206529DC}" type="parTrans" cxnId="{7D388B15-4C87-409B-8824-DFAB9F1C8F90}">
      <dgm:prSet/>
      <dgm:spPr/>
      <dgm:t>
        <a:bodyPr/>
        <a:lstStyle/>
        <a:p>
          <a:endParaRPr lang="en-US"/>
        </a:p>
      </dgm:t>
    </dgm:pt>
    <dgm:pt modelId="{B8621CD9-A251-4A7E-8B17-9259F781AC61}" type="sibTrans" cxnId="{7D388B15-4C87-409B-8824-DFAB9F1C8F90}">
      <dgm:prSet/>
      <dgm:spPr/>
      <dgm:t>
        <a:bodyPr/>
        <a:lstStyle/>
        <a:p>
          <a:endParaRPr lang="en-US"/>
        </a:p>
      </dgm:t>
    </dgm:pt>
    <dgm:pt modelId="{FB66EBD2-99AF-4AA4-B361-7D4F2374D7C5}" type="pres">
      <dgm:prSet presAssocID="{216A047B-173C-4A6D-957B-F9EE53E93E19}" presName="root" presStyleCnt="0">
        <dgm:presLayoutVars>
          <dgm:dir/>
          <dgm:resizeHandles val="exact"/>
        </dgm:presLayoutVars>
      </dgm:prSet>
      <dgm:spPr/>
    </dgm:pt>
    <dgm:pt modelId="{D92C6FE1-0E6E-4885-A359-B5F5DC2AB8E7}" type="pres">
      <dgm:prSet presAssocID="{204833A1-4FAC-4B97-B89E-3538BC8AF64A}" presName="compNode" presStyleCnt="0"/>
      <dgm:spPr/>
    </dgm:pt>
    <dgm:pt modelId="{9DBEB288-6B0D-498C-95F9-3F6DEEAD4072}" type="pres">
      <dgm:prSet presAssocID="{204833A1-4FAC-4B97-B89E-3538BC8AF6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945B56D-642A-4F78-B924-3E108B7A9C83}" type="pres">
      <dgm:prSet presAssocID="{204833A1-4FAC-4B97-B89E-3538BC8AF64A}" presName="iconSpace" presStyleCnt="0"/>
      <dgm:spPr/>
    </dgm:pt>
    <dgm:pt modelId="{451B14B4-5325-4E2D-B348-4B5E7B24703F}" type="pres">
      <dgm:prSet presAssocID="{204833A1-4FAC-4B97-B89E-3538BC8AF64A}" presName="parTx" presStyleLbl="revTx" presStyleIdx="0" presStyleCnt="6">
        <dgm:presLayoutVars>
          <dgm:chMax val="0"/>
          <dgm:chPref val="0"/>
        </dgm:presLayoutVars>
      </dgm:prSet>
      <dgm:spPr/>
    </dgm:pt>
    <dgm:pt modelId="{07B29CD5-91F4-4F72-B37A-7E04750B9F7D}" type="pres">
      <dgm:prSet presAssocID="{204833A1-4FAC-4B97-B89E-3538BC8AF64A}" presName="txSpace" presStyleCnt="0"/>
      <dgm:spPr/>
    </dgm:pt>
    <dgm:pt modelId="{1D0D7B95-F8BD-447A-8878-80A931F6384A}" type="pres">
      <dgm:prSet presAssocID="{204833A1-4FAC-4B97-B89E-3538BC8AF64A}" presName="desTx" presStyleLbl="revTx" presStyleIdx="1" presStyleCnt="6">
        <dgm:presLayoutVars/>
      </dgm:prSet>
      <dgm:spPr/>
    </dgm:pt>
    <dgm:pt modelId="{A7723F8D-219B-4F1C-AC89-E66219F81BA0}" type="pres">
      <dgm:prSet presAssocID="{1DCD0CBC-ACB6-4E65-A679-CAB9827ED438}" presName="sibTrans" presStyleCnt="0"/>
      <dgm:spPr/>
    </dgm:pt>
    <dgm:pt modelId="{B86015DD-D80C-476F-BC06-721F3FC0689E}" type="pres">
      <dgm:prSet presAssocID="{1BC2F78F-0C8C-4DE9-8FD4-D7A2183676E6}" presName="compNode" presStyleCnt="0"/>
      <dgm:spPr/>
    </dgm:pt>
    <dgm:pt modelId="{CAB5DF20-08A1-405E-97A4-570D875F8B11}" type="pres">
      <dgm:prSet presAssocID="{1BC2F78F-0C8C-4DE9-8FD4-D7A2183676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63687C4-0412-4BEF-A693-60D186269E9F}" type="pres">
      <dgm:prSet presAssocID="{1BC2F78F-0C8C-4DE9-8FD4-D7A2183676E6}" presName="iconSpace" presStyleCnt="0"/>
      <dgm:spPr/>
    </dgm:pt>
    <dgm:pt modelId="{10C6E9F8-409E-47D9-88BF-048A26586E0C}" type="pres">
      <dgm:prSet presAssocID="{1BC2F78F-0C8C-4DE9-8FD4-D7A2183676E6}" presName="parTx" presStyleLbl="revTx" presStyleIdx="2" presStyleCnt="6">
        <dgm:presLayoutVars>
          <dgm:chMax val="0"/>
          <dgm:chPref val="0"/>
        </dgm:presLayoutVars>
      </dgm:prSet>
      <dgm:spPr/>
    </dgm:pt>
    <dgm:pt modelId="{A4231FEE-B6DC-4A3E-9A34-F31201C15414}" type="pres">
      <dgm:prSet presAssocID="{1BC2F78F-0C8C-4DE9-8FD4-D7A2183676E6}" presName="txSpace" presStyleCnt="0"/>
      <dgm:spPr/>
    </dgm:pt>
    <dgm:pt modelId="{5A8EF133-0F3C-42DA-96E6-88ABC1ADF09E}" type="pres">
      <dgm:prSet presAssocID="{1BC2F78F-0C8C-4DE9-8FD4-D7A2183676E6}" presName="desTx" presStyleLbl="revTx" presStyleIdx="3" presStyleCnt="6">
        <dgm:presLayoutVars/>
      </dgm:prSet>
      <dgm:spPr/>
    </dgm:pt>
    <dgm:pt modelId="{713EE9B7-B14E-4C4E-8615-E46E77CE1B87}" type="pres">
      <dgm:prSet presAssocID="{DDDD434E-AEE9-4F4A-B1DE-FBBEAA648E7A}" presName="sibTrans" presStyleCnt="0"/>
      <dgm:spPr/>
    </dgm:pt>
    <dgm:pt modelId="{8162F0E4-C996-4963-9048-3541AC0F3B82}" type="pres">
      <dgm:prSet presAssocID="{8B8773A8-FFB5-4CAE-A0AA-8125C2865BBC}" presName="compNode" presStyleCnt="0"/>
      <dgm:spPr/>
    </dgm:pt>
    <dgm:pt modelId="{3F1ED613-2182-4C2E-AE5D-203A08837648}" type="pres">
      <dgm:prSet presAssocID="{8B8773A8-FFB5-4CAE-A0AA-8125C2865B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C20C38B-7A20-4A50-B68E-9EBC32710DE7}" type="pres">
      <dgm:prSet presAssocID="{8B8773A8-FFB5-4CAE-A0AA-8125C2865BBC}" presName="iconSpace" presStyleCnt="0"/>
      <dgm:spPr/>
    </dgm:pt>
    <dgm:pt modelId="{38223714-B3F2-43A2-9B9C-A797AF843809}" type="pres">
      <dgm:prSet presAssocID="{8B8773A8-FFB5-4CAE-A0AA-8125C2865BBC}" presName="parTx" presStyleLbl="revTx" presStyleIdx="4" presStyleCnt="6">
        <dgm:presLayoutVars>
          <dgm:chMax val="0"/>
          <dgm:chPref val="0"/>
        </dgm:presLayoutVars>
      </dgm:prSet>
      <dgm:spPr/>
    </dgm:pt>
    <dgm:pt modelId="{724C977D-BD13-4A2A-AF15-104872F992CF}" type="pres">
      <dgm:prSet presAssocID="{8B8773A8-FFB5-4CAE-A0AA-8125C2865BBC}" presName="txSpace" presStyleCnt="0"/>
      <dgm:spPr/>
    </dgm:pt>
    <dgm:pt modelId="{A565833D-C9EB-4B11-9EC1-DD816BAF1BCF}" type="pres">
      <dgm:prSet presAssocID="{8B8773A8-FFB5-4CAE-A0AA-8125C2865BBC}" presName="desTx" presStyleLbl="revTx" presStyleIdx="5" presStyleCnt="6">
        <dgm:presLayoutVars/>
      </dgm:prSet>
      <dgm:spPr/>
    </dgm:pt>
  </dgm:ptLst>
  <dgm:cxnLst>
    <dgm:cxn modelId="{B222EB0E-B456-C94F-A5F1-8A97615152D3}" type="presOf" srcId="{204833A1-4FAC-4B97-B89E-3538BC8AF64A}" destId="{451B14B4-5325-4E2D-B348-4B5E7B24703F}" srcOrd="0" destOrd="0" presId="urn:microsoft.com/office/officeart/2018/2/layout/IconLabelDescriptionList"/>
    <dgm:cxn modelId="{7D388B15-4C87-409B-8824-DFAB9F1C8F90}" srcId="{8B8773A8-FFB5-4CAE-A0AA-8125C2865BBC}" destId="{E2857240-EF40-4DEB-99CF-E5A839143575}" srcOrd="1" destOrd="0" parTransId="{E1697CF5-B544-4111-AD0B-5A45206529DC}" sibTransId="{B8621CD9-A251-4A7E-8B17-9259F781AC61}"/>
    <dgm:cxn modelId="{22DB4533-FA34-8346-8902-D6833672F9E3}" type="presOf" srcId="{E2857240-EF40-4DEB-99CF-E5A839143575}" destId="{A565833D-C9EB-4B11-9EC1-DD816BAF1BCF}" srcOrd="0" destOrd="1" presId="urn:microsoft.com/office/officeart/2018/2/layout/IconLabelDescriptionList"/>
    <dgm:cxn modelId="{F4702F70-963A-4806-B80E-AC272F188DEB}" srcId="{8B8773A8-FFB5-4CAE-A0AA-8125C2865BBC}" destId="{3DC1BF9C-69BC-4ACD-A943-5BE2144763E7}" srcOrd="0" destOrd="0" parTransId="{FEAFDA0F-3C9B-45CE-B863-B0810024A2DB}" sibTransId="{077BD32F-DCE2-4128-BC93-E87E50BD542D}"/>
    <dgm:cxn modelId="{7F347D96-34A1-9C41-AB9A-5AFEEC9181E8}" type="presOf" srcId="{3DC1BF9C-69BC-4ACD-A943-5BE2144763E7}" destId="{A565833D-C9EB-4B11-9EC1-DD816BAF1BCF}" srcOrd="0" destOrd="0" presId="urn:microsoft.com/office/officeart/2018/2/layout/IconLabelDescriptionList"/>
    <dgm:cxn modelId="{B366549B-AC5B-4F5F-B62E-0BA4CCCE86B5}" srcId="{216A047B-173C-4A6D-957B-F9EE53E93E19}" destId="{8B8773A8-FFB5-4CAE-A0AA-8125C2865BBC}" srcOrd="2" destOrd="0" parTransId="{7442D6EB-0C5B-4798-A4DF-CFA5BC190607}" sibTransId="{4CF4EA19-AC2F-4796-9FD0-EFEA5FE2C336}"/>
    <dgm:cxn modelId="{560066A5-9A48-D04D-94E3-4D0ED2D20E9C}" type="presOf" srcId="{216A047B-173C-4A6D-957B-F9EE53E93E19}" destId="{FB66EBD2-99AF-4AA4-B361-7D4F2374D7C5}" srcOrd="0" destOrd="0" presId="urn:microsoft.com/office/officeart/2018/2/layout/IconLabelDescriptionList"/>
    <dgm:cxn modelId="{115762C1-9074-824E-99BC-321DC9062BE0}" type="presOf" srcId="{1BC2F78F-0C8C-4DE9-8FD4-D7A2183676E6}" destId="{10C6E9F8-409E-47D9-88BF-048A26586E0C}" srcOrd="0" destOrd="0" presId="urn:microsoft.com/office/officeart/2018/2/layout/IconLabelDescriptionList"/>
    <dgm:cxn modelId="{76DD6EC8-D8AE-4C56-8D11-75A24C572729}" srcId="{216A047B-173C-4A6D-957B-F9EE53E93E19}" destId="{204833A1-4FAC-4B97-B89E-3538BC8AF64A}" srcOrd="0" destOrd="0" parTransId="{88E9231B-F8F8-48A3-942B-01FB2F4427E6}" sibTransId="{1DCD0CBC-ACB6-4E65-A679-CAB9827ED438}"/>
    <dgm:cxn modelId="{725338CA-A483-BF45-8FF5-ED19C1F98785}" type="presOf" srcId="{8B8773A8-FFB5-4CAE-A0AA-8125C2865BBC}" destId="{38223714-B3F2-43A2-9B9C-A797AF843809}" srcOrd="0" destOrd="0" presId="urn:microsoft.com/office/officeart/2018/2/layout/IconLabelDescriptionList"/>
    <dgm:cxn modelId="{B6DB1BEA-4954-439E-A54E-F7788FA2D3B0}" srcId="{216A047B-173C-4A6D-957B-F9EE53E93E19}" destId="{1BC2F78F-0C8C-4DE9-8FD4-D7A2183676E6}" srcOrd="1" destOrd="0" parTransId="{F984F218-36E2-41E2-8AFD-A30F664C7638}" sibTransId="{DDDD434E-AEE9-4F4A-B1DE-FBBEAA648E7A}"/>
    <dgm:cxn modelId="{DBF9B282-A33D-3449-965E-EFC2C7D8571C}" type="presParOf" srcId="{FB66EBD2-99AF-4AA4-B361-7D4F2374D7C5}" destId="{D92C6FE1-0E6E-4885-A359-B5F5DC2AB8E7}" srcOrd="0" destOrd="0" presId="urn:microsoft.com/office/officeart/2018/2/layout/IconLabelDescriptionList"/>
    <dgm:cxn modelId="{40501025-C7D4-9A4B-85DD-6B6A12469215}" type="presParOf" srcId="{D92C6FE1-0E6E-4885-A359-B5F5DC2AB8E7}" destId="{9DBEB288-6B0D-498C-95F9-3F6DEEAD4072}" srcOrd="0" destOrd="0" presId="urn:microsoft.com/office/officeart/2018/2/layout/IconLabelDescriptionList"/>
    <dgm:cxn modelId="{65C5413F-EABF-9A48-8919-360874F6F4D7}" type="presParOf" srcId="{D92C6FE1-0E6E-4885-A359-B5F5DC2AB8E7}" destId="{F945B56D-642A-4F78-B924-3E108B7A9C83}" srcOrd="1" destOrd="0" presId="urn:microsoft.com/office/officeart/2018/2/layout/IconLabelDescriptionList"/>
    <dgm:cxn modelId="{597BB5C6-06F4-9E47-A091-F891F0A74948}" type="presParOf" srcId="{D92C6FE1-0E6E-4885-A359-B5F5DC2AB8E7}" destId="{451B14B4-5325-4E2D-B348-4B5E7B24703F}" srcOrd="2" destOrd="0" presId="urn:microsoft.com/office/officeart/2018/2/layout/IconLabelDescriptionList"/>
    <dgm:cxn modelId="{00DD00B0-A3D4-C94C-9925-44D9C5C0A278}" type="presParOf" srcId="{D92C6FE1-0E6E-4885-A359-B5F5DC2AB8E7}" destId="{07B29CD5-91F4-4F72-B37A-7E04750B9F7D}" srcOrd="3" destOrd="0" presId="urn:microsoft.com/office/officeart/2018/2/layout/IconLabelDescriptionList"/>
    <dgm:cxn modelId="{ECEA7C4C-E897-4048-8A37-6BA3E3466BF3}" type="presParOf" srcId="{D92C6FE1-0E6E-4885-A359-B5F5DC2AB8E7}" destId="{1D0D7B95-F8BD-447A-8878-80A931F6384A}" srcOrd="4" destOrd="0" presId="urn:microsoft.com/office/officeart/2018/2/layout/IconLabelDescriptionList"/>
    <dgm:cxn modelId="{9F235204-8CDF-A443-9018-02A9C100938E}" type="presParOf" srcId="{FB66EBD2-99AF-4AA4-B361-7D4F2374D7C5}" destId="{A7723F8D-219B-4F1C-AC89-E66219F81BA0}" srcOrd="1" destOrd="0" presId="urn:microsoft.com/office/officeart/2018/2/layout/IconLabelDescriptionList"/>
    <dgm:cxn modelId="{0E6F97A6-8948-7B44-82CB-30BF53F4F832}" type="presParOf" srcId="{FB66EBD2-99AF-4AA4-B361-7D4F2374D7C5}" destId="{B86015DD-D80C-476F-BC06-721F3FC0689E}" srcOrd="2" destOrd="0" presId="urn:microsoft.com/office/officeart/2018/2/layout/IconLabelDescriptionList"/>
    <dgm:cxn modelId="{6BAFCC80-7AD1-1546-917F-963F597BB41D}" type="presParOf" srcId="{B86015DD-D80C-476F-BC06-721F3FC0689E}" destId="{CAB5DF20-08A1-405E-97A4-570D875F8B11}" srcOrd="0" destOrd="0" presId="urn:microsoft.com/office/officeart/2018/2/layout/IconLabelDescriptionList"/>
    <dgm:cxn modelId="{A253799B-8ED4-3A44-BD98-4B49D5F41922}" type="presParOf" srcId="{B86015DD-D80C-476F-BC06-721F3FC0689E}" destId="{163687C4-0412-4BEF-A693-60D186269E9F}" srcOrd="1" destOrd="0" presId="urn:microsoft.com/office/officeart/2018/2/layout/IconLabelDescriptionList"/>
    <dgm:cxn modelId="{8F8E0319-3F39-A049-81DD-E5508F9A0AC3}" type="presParOf" srcId="{B86015DD-D80C-476F-BC06-721F3FC0689E}" destId="{10C6E9F8-409E-47D9-88BF-048A26586E0C}" srcOrd="2" destOrd="0" presId="urn:microsoft.com/office/officeart/2018/2/layout/IconLabelDescriptionList"/>
    <dgm:cxn modelId="{1CE7404E-59F0-7943-83F2-0709160555E7}" type="presParOf" srcId="{B86015DD-D80C-476F-BC06-721F3FC0689E}" destId="{A4231FEE-B6DC-4A3E-9A34-F31201C15414}" srcOrd="3" destOrd="0" presId="urn:microsoft.com/office/officeart/2018/2/layout/IconLabelDescriptionList"/>
    <dgm:cxn modelId="{2067C65F-F427-2641-8A7D-EE322076E723}" type="presParOf" srcId="{B86015DD-D80C-476F-BC06-721F3FC0689E}" destId="{5A8EF133-0F3C-42DA-96E6-88ABC1ADF09E}" srcOrd="4" destOrd="0" presId="urn:microsoft.com/office/officeart/2018/2/layout/IconLabelDescriptionList"/>
    <dgm:cxn modelId="{B92A91D1-0CC8-F942-9EAF-913E41FBDB79}" type="presParOf" srcId="{FB66EBD2-99AF-4AA4-B361-7D4F2374D7C5}" destId="{713EE9B7-B14E-4C4E-8615-E46E77CE1B87}" srcOrd="3" destOrd="0" presId="urn:microsoft.com/office/officeart/2018/2/layout/IconLabelDescriptionList"/>
    <dgm:cxn modelId="{CF6FB8D8-FF25-5A49-967C-5D310CBFC288}" type="presParOf" srcId="{FB66EBD2-99AF-4AA4-B361-7D4F2374D7C5}" destId="{8162F0E4-C996-4963-9048-3541AC0F3B82}" srcOrd="4" destOrd="0" presId="urn:microsoft.com/office/officeart/2018/2/layout/IconLabelDescriptionList"/>
    <dgm:cxn modelId="{8B086DDC-287F-2C4E-9D47-19616749A246}" type="presParOf" srcId="{8162F0E4-C996-4963-9048-3541AC0F3B82}" destId="{3F1ED613-2182-4C2E-AE5D-203A08837648}" srcOrd="0" destOrd="0" presId="urn:microsoft.com/office/officeart/2018/2/layout/IconLabelDescriptionList"/>
    <dgm:cxn modelId="{21D4D016-CDA7-8747-AE11-B7CD4B488936}" type="presParOf" srcId="{8162F0E4-C996-4963-9048-3541AC0F3B82}" destId="{3C20C38B-7A20-4A50-B68E-9EBC32710DE7}" srcOrd="1" destOrd="0" presId="urn:microsoft.com/office/officeart/2018/2/layout/IconLabelDescriptionList"/>
    <dgm:cxn modelId="{1C27DF98-5122-314F-8B4E-73794AF65524}" type="presParOf" srcId="{8162F0E4-C996-4963-9048-3541AC0F3B82}" destId="{38223714-B3F2-43A2-9B9C-A797AF843809}" srcOrd="2" destOrd="0" presId="urn:microsoft.com/office/officeart/2018/2/layout/IconLabelDescriptionList"/>
    <dgm:cxn modelId="{5B9D77CB-F149-4A4D-A79E-2358E16B22BE}" type="presParOf" srcId="{8162F0E4-C996-4963-9048-3541AC0F3B82}" destId="{724C977D-BD13-4A2A-AF15-104872F992CF}" srcOrd="3" destOrd="0" presId="urn:microsoft.com/office/officeart/2018/2/layout/IconLabelDescriptionList"/>
    <dgm:cxn modelId="{64718DB0-C869-A146-BBC4-A9F4307AFE82}" type="presParOf" srcId="{8162F0E4-C996-4963-9048-3541AC0F3B82}" destId="{A565833D-C9EB-4B11-9EC1-DD816BAF1B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C81910-810D-440E-993C-7E777BF47EF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506AD6-F084-48C9-978C-349038F38856}">
      <dgm:prSet/>
      <dgm:spPr/>
      <dgm:t>
        <a:bodyPr/>
        <a:lstStyle/>
        <a:p>
          <a:r>
            <a:rPr lang="en-TZ"/>
            <a:t>Deep Networks</a:t>
          </a:r>
          <a:endParaRPr lang="en-US"/>
        </a:p>
      </dgm:t>
    </dgm:pt>
    <dgm:pt modelId="{B9BDCB75-F411-46F6-BD94-2FC6A43E0781}" type="parTrans" cxnId="{7FF804B3-80C7-4C55-B9B9-697B691CBA50}">
      <dgm:prSet/>
      <dgm:spPr/>
      <dgm:t>
        <a:bodyPr/>
        <a:lstStyle/>
        <a:p>
          <a:endParaRPr lang="en-US"/>
        </a:p>
      </dgm:t>
    </dgm:pt>
    <dgm:pt modelId="{9FB0FBA6-6184-4BFE-95AF-550BA7569204}" type="sibTrans" cxnId="{7FF804B3-80C7-4C55-B9B9-697B691CBA50}">
      <dgm:prSet/>
      <dgm:spPr/>
      <dgm:t>
        <a:bodyPr/>
        <a:lstStyle/>
        <a:p>
          <a:endParaRPr lang="en-US"/>
        </a:p>
      </dgm:t>
    </dgm:pt>
    <dgm:pt modelId="{2EFD8D18-03A3-430F-8A89-F5E2A25AD5C1}">
      <dgm:prSet/>
      <dgm:spPr/>
      <dgm:t>
        <a:bodyPr/>
        <a:lstStyle/>
        <a:p>
          <a:r>
            <a:rPr lang="en-TZ"/>
            <a:t>Knowledge graphs</a:t>
          </a:r>
          <a:endParaRPr lang="en-US"/>
        </a:p>
      </dgm:t>
    </dgm:pt>
    <dgm:pt modelId="{DDCC3C82-4B33-4293-8718-BBD33056ACD9}" type="parTrans" cxnId="{32A8B39B-E6C6-466C-AA57-BBD286C254B3}">
      <dgm:prSet/>
      <dgm:spPr/>
      <dgm:t>
        <a:bodyPr/>
        <a:lstStyle/>
        <a:p>
          <a:endParaRPr lang="en-US"/>
        </a:p>
      </dgm:t>
    </dgm:pt>
    <dgm:pt modelId="{034FF4BE-B7EA-4D27-8C5B-FB480F1CAE1C}" type="sibTrans" cxnId="{32A8B39B-E6C6-466C-AA57-BBD286C254B3}">
      <dgm:prSet/>
      <dgm:spPr/>
      <dgm:t>
        <a:bodyPr/>
        <a:lstStyle/>
        <a:p>
          <a:endParaRPr lang="en-US"/>
        </a:p>
      </dgm:t>
    </dgm:pt>
    <dgm:pt modelId="{3622BF5E-DD99-4A2D-9337-833F3B6691B7}" type="pres">
      <dgm:prSet presAssocID="{2DC81910-810D-440E-993C-7E777BF47EF9}" presName="root" presStyleCnt="0">
        <dgm:presLayoutVars>
          <dgm:dir/>
          <dgm:resizeHandles val="exact"/>
        </dgm:presLayoutVars>
      </dgm:prSet>
      <dgm:spPr/>
    </dgm:pt>
    <dgm:pt modelId="{A2C57DC8-99F4-4349-9DA1-E96937C57E19}" type="pres">
      <dgm:prSet presAssocID="{FA506AD6-F084-48C9-978C-349038F38856}" presName="compNode" presStyleCnt="0"/>
      <dgm:spPr/>
    </dgm:pt>
    <dgm:pt modelId="{DD72EAC2-47A9-47FE-83CF-C61CC46E5570}" type="pres">
      <dgm:prSet presAssocID="{FA506AD6-F084-48C9-978C-349038F388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C1DEA8B0-B21D-4142-ACC7-2203C87178D2}" type="pres">
      <dgm:prSet presAssocID="{FA506AD6-F084-48C9-978C-349038F38856}" presName="spaceRect" presStyleCnt="0"/>
      <dgm:spPr/>
    </dgm:pt>
    <dgm:pt modelId="{96E8AE34-03F8-4980-A93A-1DB08AEAE8E1}" type="pres">
      <dgm:prSet presAssocID="{FA506AD6-F084-48C9-978C-349038F38856}" presName="textRect" presStyleLbl="revTx" presStyleIdx="0" presStyleCnt="2">
        <dgm:presLayoutVars>
          <dgm:chMax val="1"/>
          <dgm:chPref val="1"/>
        </dgm:presLayoutVars>
      </dgm:prSet>
      <dgm:spPr/>
    </dgm:pt>
    <dgm:pt modelId="{FD3FE4E7-23D1-4A9A-9F38-687BA6A0A2FE}" type="pres">
      <dgm:prSet presAssocID="{9FB0FBA6-6184-4BFE-95AF-550BA7569204}" presName="sibTrans" presStyleCnt="0"/>
      <dgm:spPr/>
    </dgm:pt>
    <dgm:pt modelId="{A999381C-A710-433A-8441-B0A24482B844}" type="pres">
      <dgm:prSet presAssocID="{2EFD8D18-03A3-430F-8A89-F5E2A25AD5C1}" presName="compNode" presStyleCnt="0"/>
      <dgm:spPr/>
    </dgm:pt>
    <dgm:pt modelId="{F5533F36-141F-4C78-AA2C-4C1ED9E2B49C}" type="pres">
      <dgm:prSet presAssocID="{2EFD8D18-03A3-430F-8A89-F5E2A25AD5C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4705052-18E0-4C23-93BB-16021FE64A25}" type="pres">
      <dgm:prSet presAssocID="{2EFD8D18-03A3-430F-8A89-F5E2A25AD5C1}" presName="spaceRect" presStyleCnt="0"/>
      <dgm:spPr/>
    </dgm:pt>
    <dgm:pt modelId="{25891992-9016-4C58-BF65-1781A63C7214}" type="pres">
      <dgm:prSet presAssocID="{2EFD8D18-03A3-430F-8A89-F5E2A25AD5C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E163F45-DA35-4C2E-ADF0-9DFFF8DE4790}" type="presOf" srcId="{FA506AD6-F084-48C9-978C-349038F38856}" destId="{96E8AE34-03F8-4980-A93A-1DB08AEAE8E1}" srcOrd="0" destOrd="0" presId="urn:microsoft.com/office/officeart/2018/2/layout/IconLabelList"/>
    <dgm:cxn modelId="{841D056F-6FEE-4C33-B28B-937E9A37C32B}" type="presOf" srcId="{2EFD8D18-03A3-430F-8A89-F5E2A25AD5C1}" destId="{25891992-9016-4C58-BF65-1781A63C7214}" srcOrd="0" destOrd="0" presId="urn:microsoft.com/office/officeart/2018/2/layout/IconLabelList"/>
    <dgm:cxn modelId="{32A8B39B-E6C6-466C-AA57-BBD286C254B3}" srcId="{2DC81910-810D-440E-993C-7E777BF47EF9}" destId="{2EFD8D18-03A3-430F-8A89-F5E2A25AD5C1}" srcOrd="1" destOrd="0" parTransId="{DDCC3C82-4B33-4293-8718-BBD33056ACD9}" sibTransId="{034FF4BE-B7EA-4D27-8C5B-FB480F1CAE1C}"/>
    <dgm:cxn modelId="{037A9FAA-48D0-498C-8C49-76DCB5BCF8DD}" type="presOf" srcId="{2DC81910-810D-440E-993C-7E777BF47EF9}" destId="{3622BF5E-DD99-4A2D-9337-833F3B6691B7}" srcOrd="0" destOrd="0" presId="urn:microsoft.com/office/officeart/2018/2/layout/IconLabelList"/>
    <dgm:cxn modelId="{7FF804B3-80C7-4C55-B9B9-697B691CBA50}" srcId="{2DC81910-810D-440E-993C-7E777BF47EF9}" destId="{FA506AD6-F084-48C9-978C-349038F38856}" srcOrd="0" destOrd="0" parTransId="{B9BDCB75-F411-46F6-BD94-2FC6A43E0781}" sibTransId="{9FB0FBA6-6184-4BFE-95AF-550BA7569204}"/>
    <dgm:cxn modelId="{7A7F57A3-FDEA-49A8-A9E9-F85BC300BD39}" type="presParOf" srcId="{3622BF5E-DD99-4A2D-9337-833F3B6691B7}" destId="{A2C57DC8-99F4-4349-9DA1-E96937C57E19}" srcOrd="0" destOrd="0" presId="urn:microsoft.com/office/officeart/2018/2/layout/IconLabelList"/>
    <dgm:cxn modelId="{FC48C9F1-5B5A-4416-BA04-3FF3FF006AD1}" type="presParOf" srcId="{A2C57DC8-99F4-4349-9DA1-E96937C57E19}" destId="{DD72EAC2-47A9-47FE-83CF-C61CC46E5570}" srcOrd="0" destOrd="0" presId="urn:microsoft.com/office/officeart/2018/2/layout/IconLabelList"/>
    <dgm:cxn modelId="{8C31186D-332A-4CE8-B2AB-B9CD045AAC9F}" type="presParOf" srcId="{A2C57DC8-99F4-4349-9DA1-E96937C57E19}" destId="{C1DEA8B0-B21D-4142-ACC7-2203C87178D2}" srcOrd="1" destOrd="0" presId="urn:microsoft.com/office/officeart/2018/2/layout/IconLabelList"/>
    <dgm:cxn modelId="{25288653-4D4D-4860-9559-BE54AE93CCBD}" type="presParOf" srcId="{A2C57DC8-99F4-4349-9DA1-E96937C57E19}" destId="{96E8AE34-03F8-4980-A93A-1DB08AEAE8E1}" srcOrd="2" destOrd="0" presId="urn:microsoft.com/office/officeart/2018/2/layout/IconLabelList"/>
    <dgm:cxn modelId="{2ED6F92D-6F20-4225-90EC-3321B9F8FA13}" type="presParOf" srcId="{3622BF5E-DD99-4A2D-9337-833F3B6691B7}" destId="{FD3FE4E7-23D1-4A9A-9F38-687BA6A0A2FE}" srcOrd="1" destOrd="0" presId="urn:microsoft.com/office/officeart/2018/2/layout/IconLabelList"/>
    <dgm:cxn modelId="{FAF96C33-27AC-4B56-AF7A-D07C3FC4588B}" type="presParOf" srcId="{3622BF5E-DD99-4A2D-9337-833F3B6691B7}" destId="{A999381C-A710-433A-8441-B0A24482B844}" srcOrd="2" destOrd="0" presId="urn:microsoft.com/office/officeart/2018/2/layout/IconLabelList"/>
    <dgm:cxn modelId="{C6039BD1-9A78-46FF-BA1E-5B401E01C332}" type="presParOf" srcId="{A999381C-A710-433A-8441-B0A24482B844}" destId="{F5533F36-141F-4C78-AA2C-4C1ED9E2B49C}" srcOrd="0" destOrd="0" presId="urn:microsoft.com/office/officeart/2018/2/layout/IconLabelList"/>
    <dgm:cxn modelId="{7633DEF8-BED7-4F30-9E27-11A799903F74}" type="presParOf" srcId="{A999381C-A710-433A-8441-B0A24482B844}" destId="{B4705052-18E0-4C23-93BB-16021FE64A25}" srcOrd="1" destOrd="0" presId="urn:microsoft.com/office/officeart/2018/2/layout/IconLabelList"/>
    <dgm:cxn modelId="{1AE79DE8-CAF1-47A3-A98A-0BE1257F30FB}" type="presParOf" srcId="{A999381C-A710-433A-8441-B0A24482B844}" destId="{25891992-9016-4C58-BF65-1781A63C72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1596BE-1E60-43D3-88D8-6891225BEF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9E2BBF-1E49-4750-AF45-A63F753549F7}">
      <dgm:prSet/>
      <dgm:spPr/>
      <dgm:t>
        <a:bodyPr/>
        <a:lstStyle/>
        <a:p>
          <a:r>
            <a:rPr lang="en-GB"/>
            <a:t>Hardware and infrastructure challenges </a:t>
          </a:r>
          <a:endParaRPr lang="en-US"/>
        </a:p>
      </dgm:t>
    </dgm:pt>
    <dgm:pt modelId="{7EDE3781-4148-4E23-B399-913DDA74F695}" type="parTrans" cxnId="{6DC81C1C-A9B9-4BB8-8EC1-CF08344FAF06}">
      <dgm:prSet/>
      <dgm:spPr/>
      <dgm:t>
        <a:bodyPr/>
        <a:lstStyle/>
        <a:p>
          <a:endParaRPr lang="en-US"/>
        </a:p>
      </dgm:t>
    </dgm:pt>
    <dgm:pt modelId="{9C44F4F1-D25F-42A5-98E6-3614B645E8AD}" type="sibTrans" cxnId="{6DC81C1C-A9B9-4BB8-8EC1-CF08344FAF06}">
      <dgm:prSet/>
      <dgm:spPr/>
      <dgm:t>
        <a:bodyPr/>
        <a:lstStyle/>
        <a:p>
          <a:endParaRPr lang="en-US"/>
        </a:p>
      </dgm:t>
    </dgm:pt>
    <dgm:pt modelId="{E1BC70CA-8099-44E6-B611-3D0488F7244F}">
      <dgm:prSet/>
      <dgm:spPr/>
      <dgm:t>
        <a:bodyPr/>
        <a:lstStyle/>
        <a:p>
          <a:r>
            <a:rPr lang="en-GB"/>
            <a:t>Foundation model challenges </a:t>
          </a:r>
          <a:endParaRPr lang="en-US"/>
        </a:p>
      </dgm:t>
    </dgm:pt>
    <dgm:pt modelId="{7F496C78-6DB8-4249-881C-F80A8E35BBAF}" type="parTrans" cxnId="{87A225BC-FB22-45F3-805E-6BE7E751A3F1}">
      <dgm:prSet/>
      <dgm:spPr/>
      <dgm:t>
        <a:bodyPr/>
        <a:lstStyle/>
        <a:p>
          <a:endParaRPr lang="en-US"/>
        </a:p>
      </dgm:t>
    </dgm:pt>
    <dgm:pt modelId="{D5EE3E1F-8038-4AFE-8EEB-7CE5D99CF2FD}" type="sibTrans" cxnId="{87A225BC-FB22-45F3-805E-6BE7E751A3F1}">
      <dgm:prSet/>
      <dgm:spPr/>
      <dgm:t>
        <a:bodyPr/>
        <a:lstStyle/>
        <a:p>
          <a:endParaRPr lang="en-US"/>
        </a:p>
      </dgm:t>
    </dgm:pt>
    <dgm:pt modelId="{74A58D7B-DB18-4F50-85E0-DB473FB40530}">
      <dgm:prSet/>
      <dgm:spPr/>
      <dgm:t>
        <a:bodyPr/>
        <a:lstStyle/>
        <a:p>
          <a:r>
            <a:rPr lang="en-GB"/>
            <a:t>Sim2Real and digital twin challenges </a:t>
          </a:r>
          <a:endParaRPr lang="en-US"/>
        </a:p>
      </dgm:t>
    </dgm:pt>
    <dgm:pt modelId="{D32363C5-685B-4720-AA2C-867C83718B03}" type="parTrans" cxnId="{DFC7154C-DFED-48DA-8140-5991113B00BB}">
      <dgm:prSet/>
      <dgm:spPr/>
      <dgm:t>
        <a:bodyPr/>
        <a:lstStyle/>
        <a:p>
          <a:endParaRPr lang="en-US"/>
        </a:p>
      </dgm:t>
    </dgm:pt>
    <dgm:pt modelId="{DB0D5854-A711-47E2-93D1-E7D29188CBA2}" type="sibTrans" cxnId="{DFC7154C-DFED-48DA-8140-5991113B00BB}">
      <dgm:prSet/>
      <dgm:spPr/>
      <dgm:t>
        <a:bodyPr/>
        <a:lstStyle/>
        <a:p>
          <a:endParaRPr lang="en-US"/>
        </a:p>
      </dgm:t>
    </dgm:pt>
    <dgm:pt modelId="{BA267680-D87D-470D-ACD8-BEF7183EE337}">
      <dgm:prSet/>
      <dgm:spPr/>
      <dgm:t>
        <a:bodyPr/>
        <a:lstStyle/>
        <a:p>
          <a:r>
            <a:rPr lang="en-GB"/>
            <a:t>Multimodal learning challenges </a:t>
          </a:r>
          <a:endParaRPr lang="en-US"/>
        </a:p>
      </dgm:t>
    </dgm:pt>
    <dgm:pt modelId="{375E9329-24BC-488C-B016-4FBFEF75CB44}" type="parTrans" cxnId="{225A0CD1-0488-48E8-B856-800FD7A6D49B}">
      <dgm:prSet/>
      <dgm:spPr/>
      <dgm:t>
        <a:bodyPr/>
        <a:lstStyle/>
        <a:p>
          <a:endParaRPr lang="en-US"/>
        </a:p>
      </dgm:t>
    </dgm:pt>
    <dgm:pt modelId="{5104B3FE-D4B8-469E-9DA8-2CE809E80B78}" type="sibTrans" cxnId="{225A0CD1-0488-48E8-B856-800FD7A6D49B}">
      <dgm:prSet/>
      <dgm:spPr/>
      <dgm:t>
        <a:bodyPr/>
        <a:lstStyle/>
        <a:p>
          <a:endParaRPr lang="en-US"/>
        </a:p>
      </dgm:t>
    </dgm:pt>
    <dgm:pt modelId="{CD91A725-96CB-4063-84AE-D96E65986D66}">
      <dgm:prSet/>
      <dgm:spPr/>
      <dgm:t>
        <a:bodyPr/>
        <a:lstStyle/>
        <a:p>
          <a:r>
            <a:rPr lang="en-GB"/>
            <a:t>Physical world understanding challenges </a:t>
          </a:r>
          <a:endParaRPr lang="en-US"/>
        </a:p>
      </dgm:t>
    </dgm:pt>
    <dgm:pt modelId="{7AA20B1E-D8A3-400C-B835-FD632A279126}" type="parTrans" cxnId="{8E360DB5-C73A-4958-827D-9F93741ABF16}">
      <dgm:prSet/>
      <dgm:spPr/>
      <dgm:t>
        <a:bodyPr/>
        <a:lstStyle/>
        <a:p>
          <a:endParaRPr lang="en-US"/>
        </a:p>
      </dgm:t>
    </dgm:pt>
    <dgm:pt modelId="{A64403B1-7F56-472F-AB5F-2C67B3B9A10E}" type="sibTrans" cxnId="{8E360DB5-C73A-4958-827D-9F93741ABF16}">
      <dgm:prSet/>
      <dgm:spPr/>
      <dgm:t>
        <a:bodyPr/>
        <a:lstStyle/>
        <a:p>
          <a:endParaRPr lang="en-US"/>
        </a:p>
      </dgm:t>
    </dgm:pt>
    <dgm:pt modelId="{31E784B2-436F-49FC-A5D8-AA055902A597}">
      <dgm:prSet/>
      <dgm:spPr/>
      <dgm:t>
        <a:bodyPr/>
        <a:lstStyle/>
        <a:p>
          <a:r>
            <a:rPr lang="en-GB"/>
            <a:t>Industrial and application challenges </a:t>
          </a:r>
          <a:endParaRPr lang="en-US"/>
        </a:p>
      </dgm:t>
    </dgm:pt>
    <dgm:pt modelId="{334BFB28-5C92-450B-B7AC-B1CD2B66B0D1}" type="parTrans" cxnId="{FEA73FC9-5A5E-4BCB-ADD8-64D5E99A4EB2}">
      <dgm:prSet/>
      <dgm:spPr/>
      <dgm:t>
        <a:bodyPr/>
        <a:lstStyle/>
        <a:p>
          <a:endParaRPr lang="en-US"/>
        </a:p>
      </dgm:t>
    </dgm:pt>
    <dgm:pt modelId="{4625AEDD-270C-4015-B831-9B68B620BF80}" type="sibTrans" cxnId="{FEA73FC9-5A5E-4BCB-ADD8-64D5E99A4EB2}">
      <dgm:prSet/>
      <dgm:spPr/>
      <dgm:t>
        <a:bodyPr/>
        <a:lstStyle/>
        <a:p>
          <a:endParaRPr lang="en-US"/>
        </a:p>
      </dgm:t>
    </dgm:pt>
    <dgm:pt modelId="{944A80EA-2F15-4C49-A420-5C7B1871B340}">
      <dgm:prSet/>
      <dgm:spPr/>
      <dgm:t>
        <a:bodyPr/>
        <a:lstStyle/>
        <a:p>
          <a:r>
            <a:rPr lang="en-GB"/>
            <a:t>Ethical and societal challenges </a:t>
          </a:r>
          <a:endParaRPr lang="en-US"/>
        </a:p>
      </dgm:t>
    </dgm:pt>
    <dgm:pt modelId="{E4B83740-7AD3-454E-8801-19BD2AFFB2F8}" type="parTrans" cxnId="{6C867EDD-0C51-4DC5-AB26-449331D9D72B}">
      <dgm:prSet/>
      <dgm:spPr/>
      <dgm:t>
        <a:bodyPr/>
        <a:lstStyle/>
        <a:p>
          <a:endParaRPr lang="en-US"/>
        </a:p>
      </dgm:t>
    </dgm:pt>
    <dgm:pt modelId="{0FDD9AAF-49B4-4335-83B6-73EF7BA0A00F}" type="sibTrans" cxnId="{6C867EDD-0C51-4DC5-AB26-449331D9D72B}">
      <dgm:prSet/>
      <dgm:spPr/>
      <dgm:t>
        <a:bodyPr/>
        <a:lstStyle/>
        <a:p>
          <a:endParaRPr lang="en-US"/>
        </a:p>
      </dgm:t>
    </dgm:pt>
    <dgm:pt modelId="{F162D289-0BDB-4FB7-B806-B18322F41B53}" type="pres">
      <dgm:prSet presAssocID="{C61596BE-1E60-43D3-88D8-6891225BEF9F}" presName="root" presStyleCnt="0">
        <dgm:presLayoutVars>
          <dgm:dir/>
          <dgm:resizeHandles val="exact"/>
        </dgm:presLayoutVars>
      </dgm:prSet>
      <dgm:spPr/>
    </dgm:pt>
    <dgm:pt modelId="{F3C2A61B-5012-42CE-885C-59B630E90C1D}" type="pres">
      <dgm:prSet presAssocID="{BF9E2BBF-1E49-4750-AF45-A63F753549F7}" presName="compNode" presStyleCnt="0"/>
      <dgm:spPr/>
    </dgm:pt>
    <dgm:pt modelId="{4D346B40-EE7B-487C-8D4D-6AD40CA4F4E3}" type="pres">
      <dgm:prSet presAssocID="{BF9E2BBF-1E49-4750-AF45-A63F753549F7}" presName="bgRect" presStyleLbl="bgShp" presStyleIdx="0" presStyleCnt="7"/>
      <dgm:spPr/>
    </dgm:pt>
    <dgm:pt modelId="{5F6D984E-5235-4A76-A403-17D559D0434B}" type="pres">
      <dgm:prSet presAssocID="{BF9E2BBF-1E49-4750-AF45-A63F753549F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7D1161C-6E31-4522-9E2E-34BF48B5794D}" type="pres">
      <dgm:prSet presAssocID="{BF9E2BBF-1E49-4750-AF45-A63F753549F7}" presName="spaceRect" presStyleCnt="0"/>
      <dgm:spPr/>
    </dgm:pt>
    <dgm:pt modelId="{D4DD17AD-E859-486B-BA3E-B9CFC65AF544}" type="pres">
      <dgm:prSet presAssocID="{BF9E2BBF-1E49-4750-AF45-A63F753549F7}" presName="parTx" presStyleLbl="revTx" presStyleIdx="0" presStyleCnt="7">
        <dgm:presLayoutVars>
          <dgm:chMax val="0"/>
          <dgm:chPref val="0"/>
        </dgm:presLayoutVars>
      </dgm:prSet>
      <dgm:spPr/>
    </dgm:pt>
    <dgm:pt modelId="{8C32571F-6223-4733-A988-CEC088D598C1}" type="pres">
      <dgm:prSet presAssocID="{9C44F4F1-D25F-42A5-98E6-3614B645E8AD}" presName="sibTrans" presStyleCnt="0"/>
      <dgm:spPr/>
    </dgm:pt>
    <dgm:pt modelId="{6C6604AF-2AC4-4969-A218-20AECA2F370C}" type="pres">
      <dgm:prSet presAssocID="{E1BC70CA-8099-44E6-B611-3D0488F7244F}" presName="compNode" presStyleCnt="0"/>
      <dgm:spPr/>
    </dgm:pt>
    <dgm:pt modelId="{3E6EAEEF-681A-4BF2-BEAA-89CEB7BBA085}" type="pres">
      <dgm:prSet presAssocID="{E1BC70CA-8099-44E6-B611-3D0488F7244F}" presName="bgRect" presStyleLbl="bgShp" presStyleIdx="1" presStyleCnt="7"/>
      <dgm:spPr/>
    </dgm:pt>
    <dgm:pt modelId="{A072597A-4B83-495B-8BE5-DEAD415B949A}" type="pres">
      <dgm:prSet presAssocID="{E1BC70CA-8099-44E6-B611-3D0488F7244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65B62FB-FE28-4EBA-A946-7943BFB6534B}" type="pres">
      <dgm:prSet presAssocID="{E1BC70CA-8099-44E6-B611-3D0488F7244F}" presName="spaceRect" presStyleCnt="0"/>
      <dgm:spPr/>
    </dgm:pt>
    <dgm:pt modelId="{9E98CA55-1C28-49EC-8561-B1ED4100B979}" type="pres">
      <dgm:prSet presAssocID="{E1BC70CA-8099-44E6-B611-3D0488F7244F}" presName="parTx" presStyleLbl="revTx" presStyleIdx="1" presStyleCnt="7">
        <dgm:presLayoutVars>
          <dgm:chMax val="0"/>
          <dgm:chPref val="0"/>
        </dgm:presLayoutVars>
      </dgm:prSet>
      <dgm:spPr/>
    </dgm:pt>
    <dgm:pt modelId="{0A3DF0C2-EBDB-45EA-85C7-A7CB2FBF7014}" type="pres">
      <dgm:prSet presAssocID="{D5EE3E1F-8038-4AFE-8EEB-7CE5D99CF2FD}" presName="sibTrans" presStyleCnt="0"/>
      <dgm:spPr/>
    </dgm:pt>
    <dgm:pt modelId="{E8BCDFFF-8646-42F3-9172-F89A909C5FBD}" type="pres">
      <dgm:prSet presAssocID="{74A58D7B-DB18-4F50-85E0-DB473FB40530}" presName="compNode" presStyleCnt="0"/>
      <dgm:spPr/>
    </dgm:pt>
    <dgm:pt modelId="{308409F7-DCD9-45C8-9DD0-7ED3D58E0D50}" type="pres">
      <dgm:prSet presAssocID="{74A58D7B-DB18-4F50-85E0-DB473FB40530}" presName="bgRect" presStyleLbl="bgShp" presStyleIdx="2" presStyleCnt="7"/>
      <dgm:spPr/>
    </dgm:pt>
    <dgm:pt modelId="{9EE330E8-7415-4056-89B4-E6562A298CF6}" type="pres">
      <dgm:prSet presAssocID="{74A58D7B-DB18-4F50-85E0-DB473FB4053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0839275-B226-41A8-A2BC-B963E0EC8527}" type="pres">
      <dgm:prSet presAssocID="{74A58D7B-DB18-4F50-85E0-DB473FB40530}" presName="spaceRect" presStyleCnt="0"/>
      <dgm:spPr/>
    </dgm:pt>
    <dgm:pt modelId="{BBAE2B7E-1F64-46C6-8C3F-CF7F0A39A0E2}" type="pres">
      <dgm:prSet presAssocID="{74A58D7B-DB18-4F50-85E0-DB473FB40530}" presName="parTx" presStyleLbl="revTx" presStyleIdx="2" presStyleCnt="7">
        <dgm:presLayoutVars>
          <dgm:chMax val="0"/>
          <dgm:chPref val="0"/>
        </dgm:presLayoutVars>
      </dgm:prSet>
      <dgm:spPr/>
    </dgm:pt>
    <dgm:pt modelId="{DBC7038E-035B-494F-8CA3-B4B6139A0362}" type="pres">
      <dgm:prSet presAssocID="{DB0D5854-A711-47E2-93D1-E7D29188CBA2}" presName="sibTrans" presStyleCnt="0"/>
      <dgm:spPr/>
    </dgm:pt>
    <dgm:pt modelId="{4B0C4C93-99D9-4B6E-BF5D-DB08EB19BF9E}" type="pres">
      <dgm:prSet presAssocID="{BA267680-D87D-470D-ACD8-BEF7183EE337}" presName="compNode" presStyleCnt="0"/>
      <dgm:spPr/>
    </dgm:pt>
    <dgm:pt modelId="{8D680FD4-5641-4B3E-8C84-B65E529EAF12}" type="pres">
      <dgm:prSet presAssocID="{BA267680-D87D-470D-ACD8-BEF7183EE337}" presName="bgRect" presStyleLbl="bgShp" presStyleIdx="3" presStyleCnt="7"/>
      <dgm:spPr/>
    </dgm:pt>
    <dgm:pt modelId="{FB89415F-1C94-4FB6-9D70-8FEF7945FA5D}" type="pres">
      <dgm:prSet presAssocID="{BA267680-D87D-470D-ACD8-BEF7183EE33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54B96C-DD0E-414C-9F83-848F6EE07A6F}" type="pres">
      <dgm:prSet presAssocID="{BA267680-D87D-470D-ACD8-BEF7183EE337}" presName="spaceRect" presStyleCnt="0"/>
      <dgm:spPr/>
    </dgm:pt>
    <dgm:pt modelId="{BB2D484A-2F24-4D5E-B353-97E40B31E06A}" type="pres">
      <dgm:prSet presAssocID="{BA267680-D87D-470D-ACD8-BEF7183EE337}" presName="parTx" presStyleLbl="revTx" presStyleIdx="3" presStyleCnt="7">
        <dgm:presLayoutVars>
          <dgm:chMax val="0"/>
          <dgm:chPref val="0"/>
        </dgm:presLayoutVars>
      </dgm:prSet>
      <dgm:spPr/>
    </dgm:pt>
    <dgm:pt modelId="{5BBB3207-8E39-4E14-A0AD-BBA6D079F14B}" type="pres">
      <dgm:prSet presAssocID="{5104B3FE-D4B8-469E-9DA8-2CE809E80B78}" presName="sibTrans" presStyleCnt="0"/>
      <dgm:spPr/>
    </dgm:pt>
    <dgm:pt modelId="{28E01E83-0343-4682-A5CE-AC0151290BE4}" type="pres">
      <dgm:prSet presAssocID="{CD91A725-96CB-4063-84AE-D96E65986D66}" presName="compNode" presStyleCnt="0"/>
      <dgm:spPr/>
    </dgm:pt>
    <dgm:pt modelId="{5B22CE9F-6006-406E-BB11-257C44D39742}" type="pres">
      <dgm:prSet presAssocID="{CD91A725-96CB-4063-84AE-D96E65986D66}" presName="bgRect" presStyleLbl="bgShp" presStyleIdx="4" presStyleCnt="7"/>
      <dgm:spPr/>
    </dgm:pt>
    <dgm:pt modelId="{9BB9C0C3-A6EC-4A40-B79B-2A83642003E1}" type="pres">
      <dgm:prSet presAssocID="{CD91A725-96CB-4063-84AE-D96E65986D6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5F81253-2A56-4142-9AFB-0E1248CFC41A}" type="pres">
      <dgm:prSet presAssocID="{CD91A725-96CB-4063-84AE-D96E65986D66}" presName="spaceRect" presStyleCnt="0"/>
      <dgm:spPr/>
    </dgm:pt>
    <dgm:pt modelId="{1183D15F-DBDE-4BB7-811C-A2CE902F0EDF}" type="pres">
      <dgm:prSet presAssocID="{CD91A725-96CB-4063-84AE-D96E65986D66}" presName="parTx" presStyleLbl="revTx" presStyleIdx="4" presStyleCnt="7">
        <dgm:presLayoutVars>
          <dgm:chMax val="0"/>
          <dgm:chPref val="0"/>
        </dgm:presLayoutVars>
      </dgm:prSet>
      <dgm:spPr/>
    </dgm:pt>
    <dgm:pt modelId="{9C907FB8-71ED-4267-A680-296F6DC2542A}" type="pres">
      <dgm:prSet presAssocID="{A64403B1-7F56-472F-AB5F-2C67B3B9A10E}" presName="sibTrans" presStyleCnt="0"/>
      <dgm:spPr/>
    </dgm:pt>
    <dgm:pt modelId="{C4AA2EF9-F14C-4271-9CE1-652B9E344187}" type="pres">
      <dgm:prSet presAssocID="{31E784B2-436F-49FC-A5D8-AA055902A597}" presName="compNode" presStyleCnt="0"/>
      <dgm:spPr/>
    </dgm:pt>
    <dgm:pt modelId="{CC9C7086-18F5-4096-89BE-D461353DFEAC}" type="pres">
      <dgm:prSet presAssocID="{31E784B2-436F-49FC-A5D8-AA055902A597}" presName="bgRect" presStyleLbl="bgShp" presStyleIdx="5" presStyleCnt="7"/>
      <dgm:spPr/>
    </dgm:pt>
    <dgm:pt modelId="{D9DA4F00-3948-461E-A285-9EB3BF04710A}" type="pres">
      <dgm:prSet presAssocID="{31E784B2-436F-49FC-A5D8-AA055902A59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A3A04AD-FF56-475F-8965-BDCBE6DCB41A}" type="pres">
      <dgm:prSet presAssocID="{31E784B2-436F-49FC-A5D8-AA055902A597}" presName="spaceRect" presStyleCnt="0"/>
      <dgm:spPr/>
    </dgm:pt>
    <dgm:pt modelId="{B3318527-C2DE-4A79-A1FF-6E3C09C36BF7}" type="pres">
      <dgm:prSet presAssocID="{31E784B2-436F-49FC-A5D8-AA055902A597}" presName="parTx" presStyleLbl="revTx" presStyleIdx="5" presStyleCnt="7">
        <dgm:presLayoutVars>
          <dgm:chMax val="0"/>
          <dgm:chPref val="0"/>
        </dgm:presLayoutVars>
      </dgm:prSet>
      <dgm:spPr/>
    </dgm:pt>
    <dgm:pt modelId="{2FCCB899-F470-4C40-BA3D-22B1212A4A08}" type="pres">
      <dgm:prSet presAssocID="{4625AEDD-270C-4015-B831-9B68B620BF80}" presName="sibTrans" presStyleCnt="0"/>
      <dgm:spPr/>
    </dgm:pt>
    <dgm:pt modelId="{47E2FA27-7D9D-49B2-89F0-00FADEA297DD}" type="pres">
      <dgm:prSet presAssocID="{944A80EA-2F15-4C49-A420-5C7B1871B340}" presName="compNode" presStyleCnt="0"/>
      <dgm:spPr/>
    </dgm:pt>
    <dgm:pt modelId="{661B2DEB-772E-4EED-9227-39C7AA896531}" type="pres">
      <dgm:prSet presAssocID="{944A80EA-2F15-4C49-A420-5C7B1871B340}" presName="bgRect" presStyleLbl="bgShp" presStyleIdx="6" presStyleCnt="7"/>
      <dgm:spPr/>
    </dgm:pt>
    <dgm:pt modelId="{15E90BFF-87E3-46DD-8D76-005B127F24C6}" type="pres">
      <dgm:prSet presAssocID="{944A80EA-2F15-4C49-A420-5C7B1871B34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A90D47F-1C25-491D-9F96-3DC956D9C0AB}" type="pres">
      <dgm:prSet presAssocID="{944A80EA-2F15-4C49-A420-5C7B1871B340}" presName="spaceRect" presStyleCnt="0"/>
      <dgm:spPr/>
    </dgm:pt>
    <dgm:pt modelId="{87B3E66C-CE4E-48EF-B5EE-B757427D197E}" type="pres">
      <dgm:prSet presAssocID="{944A80EA-2F15-4C49-A420-5C7B1871B34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340F40F-19CA-48BF-89E5-0808BFBEFC10}" type="presOf" srcId="{CD91A725-96CB-4063-84AE-D96E65986D66}" destId="{1183D15F-DBDE-4BB7-811C-A2CE902F0EDF}" srcOrd="0" destOrd="0" presId="urn:microsoft.com/office/officeart/2018/2/layout/IconVerticalSolidList"/>
    <dgm:cxn modelId="{0082E919-A70A-4EB1-AD70-FA79EDD66416}" type="presOf" srcId="{BF9E2BBF-1E49-4750-AF45-A63F753549F7}" destId="{D4DD17AD-E859-486B-BA3E-B9CFC65AF544}" srcOrd="0" destOrd="0" presId="urn:microsoft.com/office/officeart/2018/2/layout/IconVerticalSolidList"/>
    <dgm:cxn modelId="{6DC81C1C-A9B9-4BB8-8EC1-CF08344FAF06}" srcId="{C61596BE-1E60-43D3-88D8-6891225BEF9F}" destId="{BF9E2BBF-1E49-4750-AF45-A63F753549F7}" srcOrd="0" destOrd="0" parTransId="{7EDE3781-4148-4E23-B399-913DDA74F695}" sibTransId="{9C44F4F1-D25F-42A5-98E6-3614B645E8AD}"/>
    <dgm:cxn modelId="{50BCBE3B-E9C4-4EDC-ABD7-37F10D5A1AA1}" type="presOf" srcId="{BA267680-D87D-470D-ACD8-BEF7183EE337}" destId="{BB2D484A-2F24-4D5E-B353-97E40B31E06A}" srcOrd="0" destOrd="0" presId="urn:microsoft.com/office/officeart/2018/2/layout/IconVerticalSolidList"/>
    <dgm:cxn modelId="{DFC7154C-DFED-48DA-8140-5991113B00BB}" srcId="{C61596BE-1E60-43D3-88D8-6891225BEF9F}" destId="{74A58D7B-DB18-4F50-85E0-DB473FB40530}" srcOrd="2" destOrd="0" parTransId="{D32363C5-685B-4720-AA2C-867C83718B03}" sibTransId="{DB0D5854-A711-47E2-93D1-E7D29188CBA2}"/>
    <dgm:cxn modelId="{7865274F-41CA-4B15-93C1-CCBF766ACB54}" type="presOf" srcId="{E1BC70CA-8099-44E6-B611-3D0488F7244F}" destId="{9E98CA55-1C28-49EC-8561-B1ED4100B979}" srcOrd="0" destOrd="0" presId="urn:microsoft.com/office/officeart/2018/2/layout/IconVerticalSolidList"/>
    <dgm:cxn modelId="{07042895-DFF2-4D51-9714-1013F4FB3AE3}" type="presOf" srcId="{74A58D7B-DB18-4F50-85E0-DB473FB40530}" destId="{BBAE2B7E-1F64-46C6-8C3F-CF7F0A39A0E2}" srcOrd="0" destOrd="0" presId="urn:microsoft.com/office/officeart/2018/2/layout/IconVerticalSolidList"/>
    <dgm:cxn modelId="{8E360DB5-C73A-4958-827D-9F93741ABF16}" srcId="{C61596BE-1E60-43D3-88D8-6891225BEF9F}" destId="{CD91A725-96CB-4063-84AE-D96E65986D66}" srcOrd="4" destOrd="0" parTransId="{7AA20B1E-D8A3-400C-B835-FD632A279126}" sibTransId="{A64403B1-7F56-472F-AB5F-2C67B3B9A10E}"/>
    <dgm:cxn modelId="{87A225BC-FB22-45F3-805E-6BE7E751A3F1}" srcId="{C61596BE-1E60-43D3-88D8-6891225BEF9F}" destId="{E1BC70CA-8099-44E6-B611-3D0488F7244F}" srcOrd="1" destOrd="0" parTransId="{7F496C78-6DB8-4249-881C-F80A8E35BBAF}" sibTransId="{D5EE3E1F-8038-4AFE-8EEB-7CE5D99CF2FD}"/>
    <dgm:cxn modelId="{FEA73FC9-5A5E-4BCB-ADD8-64D5E99A4EB2}" srcId="{C61596BE-1E60-43D3-88D8-6891225BEF9F}" destId="{31E784B2-436F-49FC-A5D8-AA055902A597}" srcOrd="5" destOrd="0" parTransId="{334BFB28-5C92-450B-B7AC-B1CD2B66B0D1}" sibTransId="{4625AEDD-270C-4015-B831-9B68B620BF80}"/>
    <dgm:cxn modelId="{8A9D42C9-7C08-467E-B89C-F1930F907D17}" type="presOf" srcId="{31E784B2-436F-49FC-A5D8-AA055902A597}" destId="{B3318527-C2DE-4A79-A1FF-6E3C09C36BF7}" srcOrd="0" destOrd="0" presId="urn:microsoft.com/office/officeart/2018/2/layout/IconVerticalSolidList"/>
    <dgm:cxn modelId="{A5F5B7CF-3BA5-4F1E-9284-7399D337A33F}" type="presOf" srcId="{944A80EA-2F15-4C49-A420-5C7B1871B340}" destId="{87B3E66C-CE4E-48EF-B5EE-B757427D197E}" srcOrd="0" destOrd="0" presId="urn:microsoft.com/office/officeart/2018/2/layout/IconVerticalSolidList"/>
    <dgm:cxn modelId="{225A0CD1-0488-48E8-B856-800FD7A6D49B}" srcId="{C61596BE-1E60-43D3-88D8-6891225BEF9F}" destId="{BA267680-D87D-470D-ACD8-BEF7183EE337}" srcOrd="3" destOrd="0" parTransId="{375E9329-24BC-488C-B016-4FBFEF75CB44}" sibTransId="{5104B3FE-D4B8-469E-9DA8-2CE809E80B78}"/>
    <dgm:cxn modelId="{6C867EDD-0C51-4DC5-AB26-449331D9D72B}" srcId="{C61596BE-1E60-43D3-88D8-6891225BEF9F}" destId="{944A80EA-2F15-4C49-A420-5C7B1871B340}" srcOrd="6" destOrd="0" parTransId="{E4B83740-7AD3-454E-8801-19BD2AFFB2F8}" sibTransId="{0FDD9AAF-49B4-4335-83B6-73EF7BA0A00F}"/>
    <dgm:cxn modelId="{64DBD8F4-DD63-4736-9357-9D52B9445157}" type="presOf" srcId="{C61596BE-1E60-43D3-88D8-6891225BEF9F}" destId="{F162D289-0BDB-4FB7-B806-B18322F41B53}" srcOrd="0" destOrd="0" presId="urn:microsoft.com/office/officeart/2018/2/layout/IconVerticalSolidList"/>
    <dgm:cxn modelId="{87E1E2B8-1958-4B56-8D74-44E9F484E1A3}" type="presParOf" srcId="{F162D289-0BDB-4FB7-B806-B18322F41B53}" destId="{F3C2A61B-5012-42CE-885C-59B630E90C1D}" srcOrd="0" destOrd="0" presId="urn:microsoft.com/office/officeart/2018/2/layout/IconVerticalSolidList"/>
    <dgm:cxn modelId="{E1D45261-BED2-4E02-BF42-72E11CFAF65A}" type="presParOf" srcId="{F3C2A61B-5012-42CE-885C-59B630E90C1D}" destId="{4D346B40-EE7B-487C-8D4D-6AD40CA4F4E3}" srcOrd="0" destOrd="0" presId="urn:microsoft.com/office/officeart/2018/2/layout/IconVerticalSolidList"/>
    <dgm:cxn modelId="{6142193A-AFDA-4E87-86E7-0922C2863EDE}" type="presParOf" srcId="{F3C2A61B-5012-42CE-885C-59B630E90C1D}" destId="{5F6D984E-5235-4A76-A403-17D559D0434B}" srcOrd="1" destOrd="0" presId="urn:microsoft.com/office/officeart/2018/2/layout/IconVerticalSolidList"/>
    <dgm:cxn modelId="{DF81EF51-9241-42E2-A9D3-5CAFF9FA43BE}" type="presParOf" srcId="{F3C2A61B-5012-42CE-885C-59B630E90C1D}" destId="{E7D1161C-6E31-4522-9E2E-34BF48B5794D}" srcOrd="2" destOrd="0" presId="urn:microsoft.com/office/officeart/2018/2/layout/IconVerticalSolidList"/>
    <dgm:cxn modelId="{6271F1D7-C00C-489E-AC98-1AC0079233BB}" type="presParOf" srcId="{F3C2A61B-5012-42CE-885C-59B630E90C1D}" destId="{D4DD17AD-E859-486B-BA3E-B9CFC65AF544}" srcOrd="3" destOrd="0" presId="urn:microsoft.com/office/officeart/2018/2/layout/IconVerticalSolidList"/>
    <dgm:cxn modelId="{A67D1C76-D441-4490-AE3A-28553A905523}" type="presParOf" srcId="{F162D289-0BDB-4FB7-B806-B18322F41B53}" destId="{8C32571F-6223-4733-A988-CEC088D598C1}" srcOrd="1" destOrd="0" presId="urn:microsoft.com/office/officeart/2018/2/layout/IconVerticalSolidList"/>
    <dgm:cxn modelId="{9A231D73-C8CD-451E-BE94-E91E99E2B20E}" type="presParOf" srcId="{F162D289-0BDB-4FB7-B806-B18322F41B53}" destId="{6C6604AF-2AC4-4969-A218-20AECA2F370C}" srcOrd="2" destOrd="0" presId="urn:microsoft.com/office/officeart/2018/2/layout/IconVerticalSolidList"/>
    <dgm:cxn modelId="{A7FB4EDE-7471-4E38-A584-FA6D5BB4DA21}" type="presParOf" srcId="{6C6604AF-2AC4-4969-A218-20AECA2F370C}" destId="{3E6EAEEF-681A-4BF2-BEAA-89CEB7BBA085}" srcOrd="0" destOrd="0" presId="urn:microsoft.com/office/officeart/2018/2/layout/IconVerticalSolidList"/>
    <dgm:cxn modelId="{A3FCEECD-2FB1-4BC1-BB15-5F7A3DFF9161}" type="presParOf" srcId="{6C6604AF-2AC4-4969-A218-20AECA2F370C}" destId="{A072597A-4B83-495B-8BE5-DEAD415B949A}" srcOrd="1" destOrd="0" presId="urn:microsoft.com/office/officeart/2018/2/layout/IconVerticalSolidList"/>
    <dgm:cxn modelId="{E8A660E6-B4AC-496B-85F4-50CF0E0084AE}" type="presParOf" srcId="{6C6604AF-2AC4-4969-A218-20AECA2F370C}" destId="{965B62FB-FE28-4EBA-A946-7943BFB6534B}" srcOrd="2" destOrd="0" presId="urn:microsoft.com/office/officeart/2018/2/layout/IconVerticalSolidList"/>
    <dgm:cxn modelId="{DC4BA15F-2B1B-4D15-B38C-BB99DB470E23}" type="presParOf" srcId="{6C6604AF-2AC4-4969-A218-20AECA2F370C}" destId="{9E98CA55-1C28-49EC-8561-B1ED4100B979}" srcOrd="3" destOrd="0" presId="urn:microsoft.com/office/officeart/2018/2/layout/IconVerticalSolidList"/>
    <dgm:cxn modelId="{15C2D215-BC61-4A96-9D56-61EFAF22D581}" type="presParOf" srcId="{F162D289-0BDB-4FB7-B806-B18322F41B53}" destId="{0A3DF0C2-EBDB-45EA-85C7-A7CB2FBF7014}" srcOrd="3" destOrd="0" presId="urn:microsoft.com/office/officeart/2018/2/layout/IconVerticalSolidList"/>
    <dgm:cxn modelId="{E3803C11-4FB7-47F9-80A6-155F182E6860}" type="presParOf" srcId="{F162D289-0BDB-4FB7-B806-B18322F41B53}" destId="{E8BCDFFF-8646-42F3-9172-F89A909C5FBD}" srcOrd="4" destOrd="0" presId="urn:microsoft.com/office/officeart/2018/2/layout/IconVerticalSolidList"/>
    <dgm:cxn modelId="{7E135DB3-F539-4D0D-BF39-3B0B933D2DC5}" type="presParOf" srcId="{E8BCDFFF-8646-42F3-9172-F89A909C5FBD}" destId="{308409F7-DCD9-45C8-9DD0-7ED3D58E0D50}" srcOrd="0" destOrd="0" presId="urn:microsoft.com/office/officeart/2018/2/layout/IconVerticalSolidList"/>
    <dgm:cxn modelId="{C65C7DCC-4A8D-4D62-9B87-FC60522159BB}" type="presParOf" srcId="{E8BCDFFF-8646-42F3-9172-F89A909C5FBD}" destId="{9EE330E8-7415-4056-89B4-E6562A298CF6}" srcOrd="1" destOrd="0" presId="urn:microsoft.com/office/officeart/2018/2/layout/IconVerticalSolidList"/>
    <dgm:cxn modelId="{3F8FF7B9-A0DE-4466-A5BD-E34EC41B996C}" type="presParOf" srcId="{E8BCDFFF-8646-42F3-9172-F89A909C5FBD}" destId="{C0839275-B226-41A8-A2BC-B963E0EC8527}" srcOrd="2" destOrd="0" presId="urn:microsoft.com/office/officeart/2018/2/layout/IconVerticalSolidList"/>
    <dgm:cxn modelId="{CE6B9F6B-0E59-480B-9620-29990206DF53}" type="presParOf" srcId="{E8BCDFFF-8646-42F3-9172-F89A909C5FBD}" destId="{BBAE2B7E-1F64-46C6-8C3F-CF7F0A39A0E2}" srcOrd="3" destOrd="0" presId="urn:microsoft.com/office/officeart/2018/2/layout/IconVerticalSolidList"/>
    <dgm:cxn modelId="{A8AA27A0-BCBF-41EC-B5A5-4EE876A2C110}" type="presParOf" srcId="{F162D289-0BDB-4FB7-B806-B18322F41B53}" destId="{DBC7038E-035B-494F-8CA3-B4B6139A0362}" srcOrd="5" destOrd="0" presId="urn:microsoft.com/office/officeart/2018/2/layout/IconVerticalSolidList"/>
    <dgm:cxn modelId="{E1E54520-09E3-46AE-BE49-6B58BF9B6542}" type="presParOf" srcId="{F162D289-0BDB-4FB7-B806-B18322F41B53}" destId="{4B0C4C93-99D9-4B6E-BF5D-DB08EB19BF9E}" srcOrd="6" destOrd="0" presId="urn:microsoft.com/office/officeart/2018/2/layout/IconVerticalSolidList"/>
    <dgm:cxn modelId="{2B6C627C-1E7B-4E2C-8E33-58021BDFC917}" type="presParOf" srcId="{4B0C4C93-99D9-4B6E-BF5D-DB08EB19BF9E}" destId="{8D680FD4-5641-4B3E-8C84-B65E529EAF12}" srcOrd="0" destOrd="0" presId="urn:microsoft.com/office/officeart/2018/2/layout/IconVerticalSolidList"/>
    <dgm:cxn modelId="{EC0E5B3B-E874-4D43-BC3D-78CB5AA41833}" type="presParOf" srcId="{4B0C4C93-99D9-4B6E-BF5D-DB08EB19BF9E}" destId="{FB89415F-1C94-4FB6-9D70-8FEF7945FA5D}" srcOrd="1" destOrd="0" presId="urn:microsoft.com/office/officeart/2018/2/layout/IconVerticalSolidList"/>
    <dgm:cxn modelId="{CBD6E688-9F17-4C92-8D14-96CC5FC27C13}" type="presParOf" srcId="{4B0C4C93-99D9-4B6E-BF5D-DB08EB19BF9E}" destId="{8154B96C-DD0E-414C-9F83-848F6EE07A6F}" srcOrd="2" destOrd="0" presId="urn:microsoft.com/office/officeart/2018/2/layout/IconVerticalSolidList"/>
    <dgm:cxn modelId="{F2F86ED3-93EE-4D8E-AF2A-76D92A823120}" type="presParOf" srcId="{4B0C4C93-99D9-4B6E-BF5D-DB08EB19BF9E}" destId="{BB2D484A-2F24-4D5E-B353-97E40B31E06A}" srcOrd="3" destOrd="0" presId="urn:microsoft.com/office/officeart/2018/2/layout/IconVerticalSolidList"/>
    <dgm:cxn modelId="{EAE62E1B-C6FC-4CFA-A8E3-789D1403D364}" type="presParOf" srcId="{F162D289-0BDB-4FB7-B806-B18322F41B53}" destId="{5BBB3207-8E39-4E14-A0AD-BBA6D079F14B}" srcOrd="7" destOrd="0" presId="urn:microsoft.com/office/officeart/2018/2/layout/IconVerticalSolidList"/>
    <dgm:cxn modelId="{EDC137F3-3428-4DBD-85C1-D590E21EACAB}" type="presParOf" srcId="{F162D289-0BDB-4FB7-B806-B18322F41B53}" destId="{28E01E83-0343-4682-A5CE-AC0151290BE4}" srcOrd="8" destOrd="0" presId="urn:microsoft.com/office/officeart/2018/2/layout/IconVerticalSolidList"/>
    <dgm:cxn modelId="{99ACBB00-A044-48A2-9720-A20C7EDD29CD}" type="presParOf" srcId="{28E01E83-0343-4682-A5CE-AC0151290BE4}" destId="{5B22CE9F-6006-406E-BB11-257C44D39742}" srcOrd="0" destOrd="0" presId="urn:microsoft.com/office/officeart/2018/2/layout/IconVerticalSolidList"/>
    <dgm:cxn modelId="{B6CF86AD-5D63-467F-ACE9-6219E719D22F}" type="presParOf" srcId="{28E01E83-0343-4682-A5CE-AC0151290BE4}" destId="{9BB9C0C3-A6EC-4A40-B79B-2A83642003E1}" srcOrd="1" destOrd="0" presId="urn:microsoft.com/office/officeart/2018/2/layout/IconVerticalSolidList"/>
    <dgm:cxn modelId="{94E2CCEE-8096-4D83-92A8-74CE9274CCAD}" type="presParOf" srcId="{28E01E83-0343-4682-A5CE-AC0151290BE4}" destId="{85F81253-2A56-4142-9AFB-0E1248CFC41A}" srcOrd="2" destOrd="0" presId="urn:microsoft.com/office/officeart/2018/2/layout/IconVerticalSolidList"/>
    <dgm:cxn modelId="{FA08F619-B37A-4D30-A7E4-B4A932E3A349}" type="presParOf" srcId="{28E01E83-0343-4682-A5CE-AC0151290BE4}" destId="{1183D15F-DBDE-4BB7-811C-A2CE902F0EDF}" srcOrd="3" destOrd="0" presId="urn:microsoft.com/office/officeart/2018/2/layout/IconVerticalSolidList"/>
    <dgm:cxn modelId="{2543A4DB-6610-458B-B902-A950BD34A9A6}" type="presParOf" srcId="{F162D289-0BDB-4FB7-B806-B18322F41B53}" destId="{9C907FB8-71ED-4267-A680-296F6DC2542A}" srcOrd="9" destOrd="0" presId="urn:microsoft.com/office/officeart/2018/2/layout/IconVerticalSolidList"/>
    <dgm:cxn modelId="{41F1BFA8-0465-445B-87D2-57884246D2E4}" type="presParOf" srcId="{F162D289-0BDB-4FB7-B806-B18322F41B53}" destId="{C4AA2EF9-F14C-4271-9CE1-652B9E344187}" srcOrd="10" destOrd="0" presId="urn:microsoft.com/office/officeart/2018/2/layout/IconVerticalSolidList"/>
    <dgm:cxn modelId="{E1ED75A8-538D-4E1E-9673-E044B2CD1E39}" type="presParOf" srcId="{C4AA2EF9-F14C-4271-9CE1-652B9E344187}" destId="{CC9C7086-18F5-4096-89BE-D461353DFEAC}" srcOrd="0" destOrd="0" presId="urn:microsoft.com/office/officeart/2018/2/layout/IconVerticalSolidList"/>
    <dgm:cxn modelId="{F274DE73-3852-4A7F-AD28-EB49761E1CE5}" type="presParOf" srcId="{C4AA2EF9-F14C-4271-9CE1-652B9E344187}" destId="{D9DA4F00-3948-461E-A285-9EB3BF04710A}" srcOrd="1" destOrd="0" presId="urn:microsoft.com/office/officeart/2018/2/layout/IconVerticalSolidList"/>
    <dgm:cxn modelId="{D0F26D22-42E3-4179-8F86-C43576CAF4FF}" type="presParOf" srcId="{C4AA2EF9-F14C-4271-9CE1-652B9E344187}" destId="{4A3A04AD-FF56-475F-8965-BDCBE6DCB41A}" srcOrd="2" destOrd="0" presId="urn:microsoft.com/office/officeart/2018/2/layout/IconVerticalSolidList"/>
    <dgm:cxn modelId="{C8813773-B56D-4D69-B9E2-0BE9A9163FDC}" type="presParOf" srcId="{C4AA2EF9-F14C-4271-9CE1-652B9E344187}" destId="{B3318527-C2DE-4A79-A1FF-6E3C09C36BF7}" srcOrd="3" destOrd="0" presId="urn:microsoft.com/office/officeart/2018/2/layout/IconVerticalSolidList"/>
    <dgm:cxn modelId="{A7544C44-5A63-4440-9757-51636FE03F19}" type="presParOf" srcId="{F162D289-0BDB-4FB7-B806-B18322F41B53}" destId="{2FCCB899-F470-4C40-BA3D-22B1212A4A08}" srcOrd="11" destOrd="0" presId="urn:microsoft.com/office/officeart/2018/2/layout/IconVerticalSolidList"/>
    <dgm:cxn modelId="{D932FDC9-F84C-4334-8160-3257A2B07E3E}" type="presParOf" srcId="{F162D289-0BDB-4FB7-B806-B18322F41B53}" destId="{47E2FA27-7D9D-49B2-89F0-00FADEA297DD}" srcOrd="12" destOrd="0" presId="urn:microsoft.com/office/officeart/2018/2/layout/IconVerticalSolidList"/>
    <dgm:cxn modelId="{09453767-6E78-47CB-9EAC-B45E9D5BA6D6}" type="presParOf" srcId="{47E2FA27-7D9D-49B2-89F0-00FADEA297DD}" destId="{661B2DEB-772E-4EED-9227-39C7AA896531}" srcOrd="0" destOrd="0" presId="urn:microsoft.com/office/officeart/2018/2/layout/IconVerticalSolidList"/>
    <dgm:cxn modelId="{A05BE0C6-008A-4F7A-9A6D-DD747276F67D}" type="presParOf" srcId="{47E2FA27-7D9D-49B2-89F0-00FADEA297DD}" destId="{15E90BFF-87E3-46DD-8D76-005B127F24C6}" srcOrd="1" destOrd="0" presId="urn:microsoft.com/office/officeart/2018/2/layout/IconVerticalSolidList"/>
    <dgm:cxn modelId="{2001AEB2-9E87-422F-93BC-C1C20DEB0BA4}" type="presParOf" srcId="{47E2FA27-7D9D-49B2-89F0-00FADEA297DD}" destId="{1A90D47F-1C25-491D-9F96-3DC956D9C0AB}" srcOrd="2" destOrd="0" presId="urn:microsoft.com/office/officeart/2018/2/layout/IconVerticalSolidList"/>
    <dgm:cxn modelId="{C6AF1BF5-B415-4278-8FC1-FCF59B290C9B}" type="presParOf" srcId="{47E2FA27-7D9D-49B2-89F0-00FADEA297DD}" destId="{87B3E66C-CE4E-48EF-B5EE-B757427D19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8E939-7151-4C44-A6B6-E1DCCF3B2AFF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FA660-FE31-41E9-8503-6E139D7A75B7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0863E-2F2D-4D6C-A509-3F1FD3DB305B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2300" kern="1200"/>
            <a:t>Multimodal: Multiple Modalities (of sensing or inputs)</a:t>
          </a:r>
          <a:endParaRPr lang="en-US" sz="2300" kern="1200"/>
        </a:p>
      </dsp:txBody>
      <dsp:txXfrm>
        <a:off x="1834517" y="1507711"/>
        <a:ext cx="3148942" cy="1335915"/>
      </dsp:txXfrm>
    </dsp:sp>
    <dsp:sp modelId="{CBC0371E-D1DB-444B-8F83-C0FA389335BC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E1C2C-386E-421F-BE7E-44F61243D7EE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F13BB-EE7C-4560-848F-7463D8089893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2300" kern="1200"/>
            <a:t>AI (models/systems) that utilise more than a single input for simultanious processing</a:t>
          </a:r>
          <a:endParaRPr lang="en-US" sz="2300" kern="1200"/>
        </a:p>
      </dsp:txBody>
      <dsp:txXfrm>
        <a:off x="7154322" y="1507711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EB288-6B0D-498C-95F9-3F6DEEAD4072}">
      <dsp:nvSpPr>
        <dsp:cNvPr id="0" name=""/>
        <dsp:cNvSpPr/>
      </dsp:nvSpPr>
      <dsp:spPr>
        <a:xfrm>
          <a:off x="1582" y="731079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B14B4-5325-4E2D-B348-4B5E7B24703F}">
      <dsp:nvSpPr>
        <dsp:cNvPr id="0" name=""/>
        <dsp:cNvSpPr/>
      </dsp:nvSpPr>
      <dsp:spPr>
        <a:xfrm>
          <a:off x="1582" y="19898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TZ" sz="1400" kern="1200"/>
            <a:t>Abstract AI agent (model) that doesn’t interact directly with the environment.</a:t>
          </a:r>
          <a:endParaRPr lang="en-US" sz="1400" kern="1200"/>
        </a:p>
      </dsp:txBody>
      <dsp:txXfrm>
        <a:off x="1582" y="1989880"/>
        <a:ext cx="3261093" cy="489164"/>
      </dsp:txXfrm>
    </dsp:sp>
    <dsp:sp modelId="{1D0D7B95-F8BD-447A-8878-80A931F6384A}">
      <dsp:nvSpPr>
        <dsp:cNvPr id="0" name=""/>
        <dsp:cNvSpPr/>
      </dsp:nvSpPr>
      <dsp:spPr>
        <a:xfrm>
          <a:off x="1582" y="2533657"/>
          <a:ext cx="3261093" cy="92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B5DF20-08A1-405E-97A4-570D875F8B11}">
      <dsp:nvSpPr>
        <dsp:cNvPr id="0" name=""/>
        <dsp:cNvSpPr/>
      </dsp:nvSpPr>
      <dsp:spPr>
        <a:xfrm>
          <a:off x="3833367" y="731079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6E9F8-409E-47D9-88BF-048A26586E0C}">
      <dsp:nvSpPr>
        <dsp:cNvPr id="0" name=""/>
        <dsp:cNvSpPr/>
      </dsp:nvSpPr>
      <dsp:spPr>
        <a:xfrm>
          <a:off x="3833367" y="19898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TZ" sz="1400" kern="1200"/>
            <a:t>Common Inputs: Text, spe</a:t>
          </a:r>
          <a:r>
            <a:rPr lang="en-GB" sz="1400" kern="1200"/>
            <a:t>e</a:t>
          </a:r>
          <a:r>
            <a:rPr lang="en-TZ" sz="1400" kern="1200"/>
            <a:t>ch, images. </a:t>
          </a:r>
          <a:endParaRPr lang="en-US" sz="1400" kern="1200"/>
        </a:p>
      </dsp:txBody>
      <dsp:txXfrm>
        <a:off x="3833367" y="1989880"/>
        <a:ext cx="3261093" cy="489164"/>
      </dsp:txXfrm>
    </dsp:sp>
    <dsp:sp modelId="{5A8EF133-0F3C-42DA-96E6-88ABC1ADF09E}">
      <dsp:nvSpPr>
        <dsp:cNvPr id="0" name=""/>
        <dsp:cNvSpPr/>
      </dsp:nvSpPr>
      <dsp:spPr>
        <a:xfrm>
          <a:off x="3833367" y="2533657"/>
          <a:ext cx="3261093" cy="92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1ED613-2182-4C2E-AE5D-203A08837648}">
      <dsp:nvSpPr>
        <dsp:cNvPr id="0" name=""/>
        <dsp:cNvSpPr/>
      </dsp:nvSpPr>
      <dsp:spPr>
        <a:xfrm>
          <a:off x="7665152" y="731079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3714-B3F2-43A2-9B9C-A797AF843809}">
      <dsp:nvSpPr>
        <dsp:cNvPr id="0" name=""/>
        <dsp:cNvSpPr/>
      </dsp:nvSpPr>
      <dsp:spPr>
        <a:xfrm>
          <a:off x="7665152" y="19898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TZ" sz="1400" kern="1200"/>
            <a:t>Applications: </a:t>
          </a:r>
          <a:endParaRPr lang="en-US" sz="1400" kern="1200"/>
        </a:p>
      </dsp:txBody>
      <dsp:txXfrm>
        <a:off x="7665152" y="1989880"/>
        <a:ext cx="3261093" cy="489164"/>
      </dsp:txXfrm>
    </dsp:sp>
    <dsp:sp modelId="{A565833D-C9EB-4B11-9EC1-DD816BAF1BCF}">
      <dsp:nvSpPr>
        <dsp:cNvPr id="0" name=""/>
        <dsp:cNvSpPr/>
      </dsp:nvSpPr>
      <dsp:spPr>
        <a:xfrm>
          <a:off x="7665152" y="2533657"/>
          <a:ext cx="3261093" cy="92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1100" kern="1200"/>
            <a:t>Gemini, GPT-4o, Claude,etc… primarily reasoning models built using audio(language)-visual data. Also commonly reffered to as Language Visual Models (LVMs)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1100" kern="1200"/>
            <a:t>These often extend into the healthcare domain </a:t>
          </a:r>
          <a:endParaRPr lang="en-US" sz="1100" kern="1200"/>
        </a:p>
      </dsp:txBody>
      <dsp:txXfrm>
        <a:off x="7665152" y="2533657"/>
        <a:ext cx="3261093" cy="928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2EAC2-47A9-47FE-83CF-C61CC46E5570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8AE34-03F8-4980-A93A-1DB08AEAE8E1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4300" kern="1200"/>
            <a:t>Deep Networks</a:t>
          </a:r>
          <a:endParaRPr lang="en-US" sz="4300" kern="1200"/>
        </a:p>
      </dsp:txBody>
      <dsp:txXfrm>
        <a:off x="765914" y="2943510"/>
        <a:ext cx="4320000" cy="720000"/>
      </dsp:txXfrm>
    </dsp:sp>
    <dsp:sp modelId="{F5533F36-141F-4C78-AA2C-4C1ED9E2B49C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91992-9016-4C58-BF65-1781A63C7214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Z" sz="4300" kern="1200"/>
            <a:t>Knowledge graphs</a:t>
          </a:r>
          <a:endParaRPr lang="en-US" sz="4300" kern="1200"/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46B40-EE7B-487C-8D4D-6AD40CA4F4E3}">
      <dsp:nvSpPr>
        <dsp:cNvPr id="0" name=""/>
        <dsp:cNvSpPr/>
      </dsp:nvSpPr>
      <dsp:spPr>
        <a:xfrm>
          <a:off x="0" y="502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D984E-5235-4A76-A403-17D559D0434B}">
      <dsp:nvSpPr>
        <dsp:cNvPr id="0" name=""/>
        <dsp:cNvSpPr/>
      </dsp:nvSpPr>
      <dsp:spPr>
        <a:xfrm>
          <a:off x="209180" y="156091"/>
          <a:ext cx="380328" cy="3803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D17AD-E859-486B-BA3E-B9CFC65AF544}">
      <dsp:nvSpPr>
        <dsp:cNvPr id="0" name=""/>
        <dsp:cNvSpPr/>
      </dsp:nvSpPr>
      <dsp:spPr>
        <a:xfrm>
          <a:off x="798689" y="502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Hardware and infrastructure challenges </a:t>
          </a:r>
          <a:endParaRPr lang="en-US" sz="1600" kern="1200"/>
        </a:p>
      </dsp:txBody>
      <dsp:txXfrm>
        <a:off x="798689" y="502"/>
        <a:ext cx="5502911" cy="691506"/>
      </dsp:txXfrm>
    </dsp:sp>
    <dsp:sp modelId="{3E6EAEEF-681A-4BF2-BEAA-89CEB7BBA085}">
      <dsp:nvSpPr>
        <dsp:cNvPr id="0" name=""/>
        <dsp:cNvSpPr/>
      </dsp:nvSpPr>
      <dsp:spPr>
        <a:xfrm>
          <a:off x="0" y="864885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2597A-4B83-495B-8BE5-DEAD415B949A}">
      <dsp:nvSpPr>
        <dsp:cNvPr id="0" name=""/>
        <dsp:cNvSpPr/>
      </dsp:nvSpPr>
      <dsp:spPr>
        <a:xfrm>
          <a:off x="209180" y="1020474"/>
          <a:ext cx="380328" cy="3803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8CA55-1C28-49EC-8561-B1ED4100B979}">
      <dsp:nvSpPr>
        <dsp:cNvPr id="0" name=""/>
        <dsp:cNvSpPr/>
      </dsp:nvSpPr>
      <dsp:spPr>
        <a:xfrm>
          <a:off x="798689" y="864885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Foundation model challenges </a:t>
          </a:r>
          <a:endParaRPr lang="en-US" sz="1600" kern="1200"/>
        </a:p>
      </dsp:txBody>
      <dsp:txXfrm>
        <a:off x="798689" y="864885"/>
        <a:ext cx="5502911" cy="691506"/>
      </dsp:txXfrm>
    </dsp:sp>
    <dsp:sp modelId="{308409F7-DCD9-45C8-9DD0-7ED3D58E0D50}">
      <dsp:nvSpPr>
        <dsp:cNvPr id="0" name=""/>
        <dsp:cNvSpPr/>
      </dsp:nvSpPr>
      <dsp:spPr>
        <a:xfrm>
          <a:off x="0" y="1729268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330E8-7415-4056-89B4-E6562A298CF6}">
      <dsp:nvSpPr>
        <dsp:cNvPr id="0" name=""/>
        <dsp:cNvSpPr/>
      </dsp:nvSpPr>
      <dsp:spPr>
        <a:xfrm>
          <a:off x="209180" y="1884857"/>
          <a:ext cx="380328" cy="3803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E2B7E-1F64-46C6-8C3F-CF7F0A39A0E2}">
      <dsp:nvSpPr>
        <dsp:cNvPr id="0" name=""/>
        <dsp:cNvSpPr/>
      </dsp:nvSpPr>
      <dsp:spPr>
        <a:xfrm>
          <a:off x="798689" y="1729268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Sim2Real and digital twin challenges </a:t>
          </a:r>
          <a:endParaRPr lang="en-US" sz="1600" kern="1200"/>
        </a:p>
      </dsp:txBody>
      <dsp:txXfrm>
        <a:off x="798689" y="1729268"/>
        <a:ext cx="5502911" cy="691506"/>
      </dsp:txXfrm>
    </dsp:sp>
    <dsp:sp modelId="{8D680FD4-5641-4B3E-8C84-B65E529EAF12}">
      <dsp:nvSpPr>
        <dsp:cNvPr id="0" name=""/>
        <dsp:cNvSpPr/>
      </dsp:nvSpPr>
      <dsp:spPr>
        <a:xfrm>
          <a:off x="0" y="2593651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9415F-1C94-4FB6-9D70-8FEF7945FA5D}">
      <dsp:nvSpPr>
        <dsp:cNvPr id="0" name=""/>
        <dsp:cNvSpPr/>
      </dsp:nvSpPr>
      <dsp:spPr>
        <a:xfrm>
          <a:off x="209180" y="2749240"/>
          <a:ext cx="380328" cy="3803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D484A-2F24-4D5E-B353-97E40B31E06A}">
      <dsp:nvSpPr>
        <dsp:cNvPr id="0" name=""/>
        <dsp:cNvSpPr/>
      </dsp:nvSpPr>
      <dsp:spPr>
        <a:xfrm>
          <a:off x="798689" y="2593651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Multimodal learning challenges </a:t>
          </a:r>
          <a:endParaRPr lang="en-US" sz="1600" kern="1200"/>
        </a:p>
      </dsp:txBody>
      <dsp:txXfrm>
        <a:off x="798689" y="2593651"/>
        <a:ext cx="5502911" cy="691506"/>
      </dsp:txXfrm>
    </dsp:sp>
    <dsp:sp modelId="{5B22CE9F-6006-406E-BB11-257C44D39742}">
      <dsp:nvSpPr>
        <dsp:cNvPr id="0" name=""/>
        <dsp:cNvSpPr/>
      </dsp:nvSpPr>
      <dsp:spPr>
        <a:xfrm>
          <a:off x="0" y="3458034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9C0C3-A6EC-4A40-B79B-2A83642003E1}">
      <dsp:nvSpPr>
        <dsp:cNvPr id="0" name=""/>
        <dsp:cNvSpPr/>
      </dsp:nvSpPr>
      <dsp:spPr>
        <a:xfrm>
          <a:off x="209180" y="3613623"/>
          <a:ext cx="380328" cy="3803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D15F-DBDE-4BB7-811C-A2CE902F0EDF}">
      <dsp:nvSpPr>
        <dsp:cNvPr id="0" name=""/>
        <dsp:cNvSpPr/>
      </dsp:nvSpPr>
      <dsp:spPr>
        <a:xfrm>
          <a:off x="798689" y="3458034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Physical world understanding challenges </a:t>
          </a:r>
          <a:endParaRPr lang="en-US" sz="1600" kern="1200"/>
        </a:p>
      </dsp:txBody>
      <dsp:txXfrm>
        <a:off x="798689" y="3458034"/>
        <a:ext cx="5502911" cy="691506"/>
      </dsp:txXfrm>
    </dsp:sp>
    <dsp:sp modelId="{CC9C7086-18F5-4096-89BE-D461353DFEAC}">
      <dsp:nvSpPr>
        <dsp:cNvPr id="0" name=""/>
        <dsp:cNvSpPr/>
      </dsp:nvSpPr>
      <dsp:spPr>
        <a:xfrm>
          <a:off x="0" y="4322417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A4F00-3948-461E-A285-9EB3BF04710A}">
      <dsp:nvSpPr>
        <dsp:cNvPr id="0" name=""/>
        <dsp:cNvSpPr/>
      </dsp:nvSpPr>
      <dsp:spPr>
        <a:xfrm>
          <a:off x="209180" y="4478006"/>
          <a:ext cx="380328" cy="3803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18527-C2DE-4A79-A1FF-6E3C09C36BF7}">
      <dsp:nvSpPr>
        <dsp:cNvPr id="0" name=""/>
        <dsp:cNvSpPr/>
      </dsp:nvSpPr>
      <dsp:spPr>
        <a:xfrm>
          <a:off x="798689" y="4322417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Industrial and application challenges </a:t>
          </a:r>
          <a:endParaRPr lang="en-US" sz="1600" kern="1200"/>
        </a:p>
      </dsp:txBody>
      <dsp:txXfrm>
        <a:off x="798689" y="4322417"/>
        <a:ext cx="5502911" cy="691506"/>
      </dsp:txXfrm>
    </dsp:sp>
    <dsp:sp modelId="{661B2DEB-772E-4EED-9227-39C7AA896531}">
      <dsp:nvSpPr>
        <dsp:cNvPr id="0" name=""/>
        <dsp:cNvSpPr/>
      </dsp:nvSpPr>
      <dsp:spPr>
        <a:xfrm>
          <a:off x="0" y="5186800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90BFF-87E3-46DD-8D76-005B127F24C6}">
      <dsp:nvSpPr>
        <dsp:cNvPr id="0" name=""/>
        <dsp:cNvSpPr/>
      </dsp:nvSpPr>
      <dsp:spPr>
        <a:xfrm>
          <a:off x="209180" y="5342389"/>
          <a:ext cx="380328" cy="3803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3E66C-CE4E-48EF-B5EE-B757427D197E}">
      <dsp:nvSpPr>
        <dsp:cNvPr id="0" name=""/>
        <dsp:cNvSpPr/>
      </dsp:nvSpPr>
      <dsp:spPr>
        <a:xfrm>
          <a:off x="798689" y="5186800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Ethical and societal challenges </a:t>
          </a:r>
          <a:endParaRPr lang="en-US" sz="1600" kern="1200"/>
        </a:p>
      </dsp:txBody>
      <dsp:txXfrm>
        <a:off x="798689" y="5186800"/>
        <a:ext cx="5502911" cy="691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4888-5BD0-7FD5-BF10-D7FB2E16C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AF77A-028E-FF40-580E-5655A99D3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149F-7CBA-F31E-F618-8523ED4F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8992E-CEA1-AEF2-AFFD-4692CE6B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F2B3B-C102-86DB-F44A-D27F4521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93536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8981-CF44-3FDD-1822-930BD478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6B30-B0FC-5E0C-502D-A58DA36D5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D8B00-C01A-5224-A411-16F88419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7BDE-D627-470F-CE80-FEEF708A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ABF43-3269-ADAC-A0B4-8B1308AE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32970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0B96-95F1-131B-C1FA-7B89511F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B9F3E-3BFD-2FD7-8EFB-E63BFD66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222C7-F492-31F0-0DDF-00C50798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0BA7-DBD6-87B2-9643-E06A4ABD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89AB7-CE09-6F00-0F2C-2A00D18F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00290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9B50-778F-26DC-2EEE-D5A9AA3C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26688-8737-D68D-E395-9CD2DCF03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1BE35-3322-8F46-A97D-DAE5BFC9D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7A80D-BD6E-C463-F0B4-15FB7071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535B0-2D5C-EFEC-0F68-9A3A8E5D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DC998-ABB4-D132-3407-C9C11A8E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76243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83E8-2137-3D7F-C919-247B008E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116BF-6F57-9857-D86C-32F7C0439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D3E78-8542-413C-C1D8-DB9DEF766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5B83-EC95-C4C8-04F0-7A2DE0971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C2412-1858-1074-BB97-7ABF43FE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F2C2C-F786-5F6E-F0B8-EFA269D4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A4EF4-CD7F-9AD1-5572-6B0794A3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A9C85-2F8E-5AEF-81CA-E67416C1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309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17B3-1DD3-1FB8-864D-9D1C7DB6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F7787-1CE7-79DE-CB12-5066A310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93B10-A180-07E2-AA8C-BA7E9202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8DD42-2932-01C9-3820-1A22DD63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79995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EE5E3-03DE-D9F7-1A92-9F423F1B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249BE-D198-325A-3473-CF58AAD4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6C09-F183-FD50-F3E5-D78E3BD1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2400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7D07-35F2-2605-0E03-DD8AAB8D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1B29B-F8B4-46B3-298A-A6C72028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90B71-AC1C-2C42-F8DE-7FFA6F974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F6D29-3028-0BFD-A114-398BD67E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A8D34-7455-CC5B-CD8D-2AD09076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30ADB-C4A7-C2BF-43EC-02F2D42F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5391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9109-3A11-1E09-B2E5-682E363B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27A31-815B-F8C5-3A2C-5F6B70B2D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4DA92-9F46-E834-A49D-8D221C3D7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4CD9D-3EDA-6DBA-2E62-D162DEDD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932E5-18C5-CA4D-6B59-8EF0997E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CF817-0BF1-44BD-10CA-78AD6D20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9250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B1B41-CDE9-4938-E654-E0AE3E8A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DF230-0CEC-F668-79E1-996DF101D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4A995-BE83-2E87-1C90-9C0E1C60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6A5D-FB15-2F5E-C1F2-E22AEFA1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2544A-1AD6-54D2-FB18-03BA57D8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99266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151B7-B850-BBAF-629A-EC8792A6A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F30B2-9E26-BE5C-DE6E-844984D0E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6134-BBC8-E5E2-4A39-F2BC5AEC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5725C-5C48-5BD3-1E18-36624EC8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C81BC-24C6-AE56-533D-7AD09E0A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66388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7105A-EB73-AFB5-60D0-ACF05F06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9B3A6-0889-541F-FC73-7B7DB1FDB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5EF34-8604-9216-DFA6-993393EDF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E95F8-E702-F044-9E42-49DBC1D9C26E}" type="datetimeFigureOut">
              <a:rPr lang="en-TZ" smtClean="0"/>
              <a:t>24/03/2026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413A2-D2CE-8540-6180-3E39CD7A4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CB499-E59A-1237-721F-CEFBBF39A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B80CF-FA18-BA4A-A714-2D9BF1FBF2C3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2762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21058-0068-F735-B90F-4C75370F9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TZ" sz="5400">
                <a:solidFill>
                  <a:schemeClr val="bg1"/>
                </a:solidFill>
              </a:rPr>
              <a:t>Multimodal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6C179-792F-471D-7904-A136333BC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TZ" sz="2000">
                <a:solidFill>
                  <a:schemeClr val="bg1"/>
                </a:solidFill>
              </a:rPr>
              <a:t>Pius Mugagga</a:t>
            </a:r>
          </a:p>
        </p:txBody>
      </p:sp>
      <p:sp>
        <p:nvSpPr>
          <p:cNvPr id="3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33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BAA07-059C-11E6-1C5E-9C5947DC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TZ">
                <a:solidFill>
                  <a:srgbClr val="FFFFFF"/>
                </a:solidFill>
              </a:rPr>
              <a:t>What is multimodal AI?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32C4E9-32E4-4765-F091-98530E443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30189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47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C8B6A-3BE1-8D83-3A41-C7200D9B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TZ" sz="4000">
                <a:solidFill>
                  <a:srgbClr val="FFFFFF"/>
                </a:solidFill>
              </a:rPr>
              <a:t>Disembodied Muultimodal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A54250-42F5-8A79-F585-82FE9CC18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56232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054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14AB9-B2D9-7F60-FCBF-74698052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DE4CF-7054-114F-AFC5-7DA879B5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TZ" sz="5000"/>
              <a:t>Embodied Muultimodal AI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93F3-0574-B583-00E9-08F9DED9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TZ" sz="2200" dirty="0"/>
              <a:t>Embodied: AI agent interacts directly with an environment (virtual or real)</a:t>
            </a:r>
          </a:p>
          <a:p>
            <a:pPr lvl="1"/>
            <a:r>
              <a:rPr lang="en-GB" sz="1800" dirty="0"/>
              <a:t>M</a:t>
            </a:r>
            <a:r>
              <a:rPr lang="en-TZ" sz="1800" dirty="0"/>
              <a:t>odalities processed together</a:t>
            </a:r>
          </a:p>
          <a:p>
            <a:pPr lvl="1"/>
            <a:r>
              <a:rPr lang="en-GB" sz="1800" dirty="0"/>
              <a:t>O</a:t>
            </a:r>
            <a:r>
              <a:rPr lang="en-TZ" sz="1800" dirty="0"/>
              <a:t>ften complementary</a:t>
            </a:r>
          </a:p>
          <a:p>
            <a:pPr lvl="1"/>
            <a:r>
              <a:rPr lang="en-TZ" sz="1800"/>
              <a:t>Helps add deeper context</a:t>
            </a:r>
            <a:endParaRPr lang="en-TZ" sz="1800" dirty="0"/>
          </a:p>
        </p:txBody>
      </p:sp>
      <p:pic>
        <p:nvPicPr>
          <p:cNvPr id="5" name="Picture 4" descr="3D art of a person">
            <a:extLst>
              <a:ext uri="{FF2B5EF4-FFF2-40B4-BE49-F238E27FC236}">
                <a16:creationId xmlns:a16="http://schemas.microsoft.com/office/drawing/2014/main" id="{409C3F7E-5A32-74F4-8044-B73CFCA1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8237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04AD6-2615-B571-FCBF-AC621C27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TZ" sz="5400"/>
              <a:t>Multimodal Data Fusion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B96C-2B7C-CE54-E608-42E97845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TZ" sz="2200"/>
              <a:t>Early Fusion</a:t>
            </a:r>
          </a:p>
          <a:p>
            <a:r>
              <a:rPr lang="en-TZ" sz="2200"/>
              <a:t>Late Fusion</a:t>
            </a:r>
          </a:p>
          <a:p>
            <a:r>
              <a:rPr lang="en-TZ" sz="2200"/>
              <a:t>Hybrid Fusion</a:t>
            </a:r>
          </a:p>
        </p:txBody>
      </p:sp>
      <p:pic>
        <p:nvPicPr>
          <p:cNvPr id="5" name="Picture 4" descr="Light reflection in a lens">
            <a:extLst>
              <a:ext uri="{FF2B5EF4-FFF2-40B4-BE49-F238E27FC236}">
                <a16:creationId xmlns:a16="http://schemas.microsoft.com/office/drawing/2014/main" id="{10C13A29-FA45-6292-E78B-B72585318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2" r="23364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575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9CFE1-CE8B-106B-E76D-BADCFF9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TZ" sz="4000">
                <a:solidFill>
                  <a:srgbClr val="FFFFFF"/>
                </a:solidFill>
              </a:rPr>
              <a:t>Representation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F73EA4-6E5B-9C34-B031-FBFDA79B1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1719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936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526C3-AE12-C9D9-3257-520C26FD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TZ">
                <a:solidFill>
                  <a:schemeClr val="bg1"/>
                </a:solidFill>
              </a:rPr>
              <a:t>Challenges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08B97-7F46-292B-6DD2-D5DB1C5BC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14425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098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174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Multimodal AI</vt:lpstr>
      <vt:lpstr>What is multimodal AI?</vt:lpstr>
      <vt:lpstr>Disembodied Muultimodal AI</vt:lpstr>
      <vt:lpstr>Embodied Muultimodal AI</vt:lpstr>
      <vt:lpstr>Multimodal Data Fusion</vt:lpstr>
      <vt:lpstr>Representation Learning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Pius Kavuma</dc:creator>
  <cp:lastModifiedBy>Pius Kavuma</cp:lastModifiedBy>
  <cp:revision>3</cp:revision>
  <dcterms:created xsi:type="dcterms:W3CDTF">2026-03-24T10:10:17Z</dcterms:created>
  <dcterms:modified xsi:type="dcterms:W3CDTF">2026-03-25T06:16:19Z</dcterms:modified>
</cp:coreProperties>
</file>